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emf" ContentType="image/x-emf"/>
  <Default Extension="rels" ContentType="application/vnd.openxmlformats-package.relationships+xml"/>
  <Default Extension="bin" ContentType="application/vnd.openxmlformats-officedocument.oleObject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7099300" cy="10234613"/>
  <p:defaultTextStyle>
    <a:defPPr>
      <a:defRPr lang="de-DE"/>
    </a:defPPr>
    <a:lvl1pPr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ＭＳ Ｐゴシック"/>
        <a:cs typeface="+mn-cs"/>
      </a:defRPr>
    </a:lvl1pPr>
    <a:lvl2pPr marL="457200"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ＭＳ Ｐゴシック"/>
        <a:cs typeface="+mn-cs"/>
      </a:defRPr>
    </a:lvl2pPr>
    <a:lvl3pPr marL="914400"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ＭＳ Ｐゴシック"/>
        <a:cs typeface="+mn-cs"/>
      </a:defRPr>
    </a:lvl3pPr>
    <a:lvl4pPr marL="1371600"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ＭＳ Ｐゴシック"/>
        <a:cs typeface="+mn-cs"/>
      </a:defRPr>
    </a:lvl4pPr>
    <a:lvl5pPr marL="1828800" algn="l">
      <a:spcBef>
        <a:spcPts val="0"/>
      </a:spcBef>
      <a:spcAft>
        <a:spcPts val="0"/>
      </a:spcAft>
      <a:defRPr>
        <a:solidFill>
          <a:schemeClr val="tx1"/>
        </a:solidFill>
        <a:latin typeface="Arial"/>
        <a:ea typeface="ＭＳ Ｐゴシック"/>
        <a:cs typeface="+mn-cs"/>
      </a:defRPr>
    </a:lvl5pPr>
    <a:lvl6pPr marL="2286000" algn="l" defTabSz="914400">
      <a:defRPr>
        <a:solidFill>
          <a:schemeClr val="tx1"/>
        </a:solidFill>
        <a:latin typeface="Arial"/>
        <a:ea typeface="ＭＳ Ｐゴシック"/>
        <a:cs typeface="+mn-cs"/>
      </a:defRPr>
    </a:lvl6pPr>
    <a:lvl7pPr marL="2743200" algn="l" defTabSz="914400">
      <a:defRPr>
        <a:solidFill>
          <a:schemeClr val="tx1"/>
        </a:solidFill>
        <a:latin typeface="Arial"/>
        <a:ea typeface="ＭＳ Ｐゴシック"/>
        <a:cs typeface="+mn-cs"/>
      </a:defRPr>
    </a:lvl7pPr>
    <a:lvl8pPr marL="3200400" algn="l" defTabSz="914400">
      <a:defRPr>
        <a:solidFill>
          <a:schemeClr val="tx1"/>
        </a:solidFill>
        <a:latin typeface="Arial"/>
        <a:ea typeface="ＭＳ Ｐゴシック"/>
        <a:cs typeface="+mn-cs"/>
      </a:defRPr>
    </a:lvl8pPr>
    <a:lvl9pPr marL="3657600" algn="l" defTabSz="914400">
      <a:defRPr>
        <a:solidFill>
          <a:schemeClr val="tx1"/>
        </a:solidFill>
        <a:latin typeface="Arial"/>
        <a:ea typeface="ＭＳ Ｐゴシック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71" d="100"/>
          <a:sy n="71" d="100"/>
        </p:scale>
        <p:origin x="1004" y="89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150183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4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000"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6758861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4021138" y="0"/>
            <a:ext cx="3076574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 algn="r">
              <a:defRPr sz="1000"/>
            </a:lvl1pPr>
          </a:lstStyle>
          <a:p>
            <a:pPr>
              <a:defRPr/>
            </a:pPr>
            <a:fld id="{09AB114D-54FD-4F86-9A5A-5C68950941DB}" type="datetimeFigureOut">
              <a:rPr lang="de-DE"/>
              <a:t>20.06.2025</a:t>
            </a:fld>
            <a:endParaRPr lang="de-DE"/>
          </a:p>
        </p:txBody>
      </p:sp>
      <p:sp>
        <p:nvSpPr>
          <p:cNvPr id="2771408" name="Folienbildplatzhalt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79425" y="1279525"/>
            <a:ext cx="6140450" cy="345439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de-DE"/>
          </a:p>
        </p:txBody>
      </p:sp>
      <p:sp>
        <p:nvSpPr>
          <p:cNvPr id="1270798933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277438909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6574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000"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66172500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4021138" y="9721850"/>
            <a:ext cx="3076574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r">
              <a:defRPr sz="1000"/>
            </a:lvl1pPr>
          </a:lstStyle>
          <a:p>
            <a:pPr>
              <a:defRPr/>
            </a:pPr>
            <a:fld id="{71BC0214-8F33-4BD8-81F1-63CBAD50D148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0"/>
  <p:notesStyle>
    <a:lvl1pPr algn="l">
      <a:spcBef>
        <a:spcPts val="0"/>
      </a:spcBef>
      <a:spcAft>
        <a:spcPts val="0"/>
      </a:spcAft>
      <a:defRPr sz="1000">
        <a:solidFill>
          <a:schemeClr val="tx1"/>
        </a:solidFill>
        <a:latin typeface="Arial"/>
        <a:ea typeface="ＭＳ Ｐゴシック"/>
        <a:cs typeface="Arial"/>
      </a:defRPr>
    </a:lvl1pPr>
    <a:lvl2pPr marL="457200" algn="l">
      <a:spcBef>
        <a:spcPts val="0"/>
      </a:spcBef>
      <a:spcAft>
        <a:spcPts val="0"/>
      </a:spcAft>
      <a:defRPr sz="1000">
        <a:solidFill>
          <a:schemeClr val="tx1"/>
        </a:solidFill>
        <a:latin typeface="Arial"/>
        <a:ea typeface="Arial"/>
        <a:cs typeface="Arial"/>
      </a:defRPr>
    </a:lvl2pPr>
    <a:lvl3pPr marL="914400" algn="l">
      <a:spcBef>
        <a:spcPts val="0"/>
      </a:spcBef>
      <a:spcAft>
        <a:spcPts val="0"/>
      </a:spcAft>
      <a:defRPr sz="1000">
        <a:solidFill>
          <a:schemeClr val="tx1"/>
        </a:solidFill>
        <a:latin typeface="Arial"/>
        <a:ea typeface="Arial"/>
        <a:cs typeface="Arial"/>
      </a:defRPr>
    </a:lvl3pPr>
    <a:lvl4pPr marL="1371600" algn="l">
      <a:spcBef>
        <a:spcPts val="0"/>
      </a:spcBef>
      <a:spcAft>
        <a:spcPts val="0"/>
      </a:spcAft>
      <a:defRPr sz="1000">
        <a:solidFill>
          <a:schemeClr val="tx1"/>
        </a:solidFill>
        <a:latin typeface="Arial"/>
        <a:ea typeface="Arial"/>
        <a:cs typeface="Arial"/>
      </a:defRPr>
    </a:lvl4pPr>
    <a:lvl5pPr marL="1828800" algn="l">
      <a:spcBef>
        <a:spcPts val="0"/>
      </a:spcBef>
      <a:spcAft>
        <a:spcPts val="0"/>
      </a:spcAft>
      <a:defRPr sz="1000">
        <a:solidFill>
          <a:schemeClr val="tx1"/>
        </a:solidFill>
        <a:latin typeface="Arial"/>
        <a:ea typeface="Arial"/>
        <a:cs typeface="Arial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67FA60-ECFF-F456-495C-679E89783B18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E1F44-AC0D-40E6-8A5A-1352F9E48FAE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37343B-F5E1-5E61-95A6-46079241BF53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41A3AC-0A04-97AC-A97A-A2EE72D049A4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oleObject" Target="../embeddings/oleObject3.bin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oleObject" Target="../embeddings/oleObject3.bin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oleObject" Target="../embeddings/oleObject4.bin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oleObject" Target="../embeddings/oleObject3.bin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oleObject" Target="../embeddings/oleObject3.bin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oleObject" Target="../embeddings/oleObject3.bin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emf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emf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el_1/3 Farb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572531535" name="Objekt 10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572531535" name="Objekt 10" hidden="1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747268646" name="Rechteck 9" hidden="1"/>
          <p:cNvSpPr/>
          <p:nvPr userDrawn="1"/>
        </p:nvSpPr>
        <p:spPr bwMode="auto"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de-DE" sz="3200" b="1" i="0">
              <a:latin typeface="Arial"/>
              <a:ea typeface="ＭＳ Ｐゴシック"/>
              <a:cs typeface="Arial"/>
            </a:endParaRPr>
          </a:p>
        </p:txBody>
      </p:sp>
      <p:sp>
        <p:nvSpPr>
          <p:cNvPr id="997330255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360000" y="2487600"/>
            <a:ext cx="11484000" cy="54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de-DE"/>
              <a:t>Titel durch Klicken bearbeiten</a:t>
            </a:r>
            <a:endParaRPr lang="en-US"/>
          </a:p>
        </p:txBody>
      </p:sp>
      <p:sp>
        <p:nvSpPr>
          <p:cNvPr id="1629635607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60000" y="2980800"/>
            <a:ext cx="11484000" cy="2341364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Untertitel durch Klicken bearbeiten</a:t>
            </a:r>
            <a:endParaRPr lang="en-US"/>
          </a:p>
        </p:txBody>
      </p:sp>
      <p:pic>
        <p:nvPicPr>
          <p:cNvPr id="1243918194" name="Grafik 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9535299" y="6043613"/>
            <a:ext cx="2440800" cy="813600"/>
          </a:xfrm>
          <a:prstGeom prst="rect">
            <a:avLst/>
          </a:prstGeom>
        </p:spPr>
      </p:pic>
      <p:sp>
        <p:nvSpPr>
          <p:cNvPr id="1462271681" name="Textplatzhalter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60000" y="5449921"/>
            <a:ext cx="5753910" cy="365443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>
              <a:defRPr/>
            </a:pPr>
            <a:r>
              <a:rPr lang="de-DE"/>
              <a:t>Aachen, den xx.xx.20xx</a:t>
            </a:r>
            <a:endParaRPr lang="en-US"/>
          </a:p>
        </p:txBody>
      </p:sp>
      <p:pic>
        <p:nvPicPr>
          <p:cNvPr id="532754388" name="Grafik 3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0" y="-1"/>
            <a:ext cx="12188203" cy="2289124"/>
          </a:xfrm>
          <a:prstGeom prst="rect">
            <a:avLst/>
          </a:prstGeom>
        </p:spPr>
      </p:pic>
      <p:sp>
        <p:nvSpPr>
          <p:cNvPr id="119603336" name="Rechteck 16"/>
          <p:cNvSpPr>
            <a:spLocks noChangeAspect="1"/>
          </p:cNvSpPr>
          <p:nvPr userDrawn="1"/>
        </p:nvSpPr>
        <p:spPr bwMode="auto">
          <a:xfrm>
            <a:off x="0" y="0"/>
            <a:ext cx="12192000" cy="2289123"/>
          </a:xfrm>
          <a:prstGeom prst="rect">
            <a:avLst/>
          </a:prstGeom>
          <a:gradFill>
            <a:gsLst>
              <a:gs pos="67000">
                <a:schemeClr val="bg1">
                  <a:alpha val="30000"/>
                </a:schemeClr>
              </a:gs>
              <a:gs pos="78000">
                <a:srgbClr val="FFFFFF">
                  <a:alpha val="98000"/>
                </a:srgbClr>
              </a:gs>
              <a:gs pos="84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800" b="0" i="0" u="none" strike="noStrike" cap="none" spc="0">
              <a:ln>
                <a:noFill/>
              </a:ln>
              <a:solidFill>
                <a:prstClr val="white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479936831" name="Rechteck 17"/>
          <p:cNvSpPr>
            <a:spLocks noChangeAspect="1"/>
          </p:cNvSpPr>
          <p:nvPr userDrawn="1"/>
        </p:nvSpPr>
        <p:spPr bwMode="auto">
          <a:xfrm>
            <a:off x="0" y="0"/>
            <a:ext cx="12192000" cy="2289123"/>
          </a:xfrm>
          <a:prstGeom prst="rect">
            <a:avLst/>
          </a:prstGeom>
          <a:gradFill>
            <a:gsLst>
              <a:gs pos="15000">
                <a:schemeClr val="accent2">
                  <a:alpha val="30000"/>
                </a:schemeClr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800" b="0" i="0" u="none" strike="noStrike" cap="none" spc="0">
              <a:ln>
                <a:noFill/>
              </a:ln>
              <a:solidFill>
                <a:prstClr val="white"/>
              </a:solidFill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halt_Aufzählun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836677492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836677492" name="Objekt 3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217977859" name="Rechteck 2" hidden="1"/>
          <p:cNvSpPr/>
          <p:nvPr userDrawn="1"/>
        </p:nvSpPr>
        <p:spPr bwMode="auto"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de-DE" sz="2000" b="1" i="0">
              <a:latin typeface="Arial"/>
              <a:ea typeface="ＭＳ Ｐゴシック"/>
              <a:cs typeface="Arial"/>
            </a:endParaRPr>
          </a:p>
        </p:txBody>
      </p:sp>
      <p:sp>
        <p:nvSpPr>
          <p:cNvPr id="1043802794" name="Textplatzhalter 15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59999" y="5840950"/>
            <a:ext cx="11484000" cy="170816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>
              <a:defRPr/>
            </a:pPr>
            <a:r>
              <a:rPr lang="de-DE"/>
              <a:t>Quelle</a:t>
            </a:r>
            <a:endParaRPr lang="en-US"/>
          </a:p>
        </p:txBody>
      </p:sp>
      <p:sp>
        <p:nvSpPr>
          <p:cNvPr id="1265768572" name="Inhaltsplatzhalter 13"/>
          <p:cNvSpPr>
            <a:spLocks noGrp="1"/>
          </p:cNvSpPr>
          <p:nvPr>
            <p:ph sz="quarter" idx="14"/>
          </p:nvPr>
        </p:nvSpPr>
        <p:spPr bwMode="auto">
          <a:xfrm>
            <a:off x="359999" y="897890"/>
            <a:ext cx="11484000" cy="4859999"/>
          </a:xfrm>
        </p:spPr>
        <p:txBody>
          <a:bodyPr/>
          <a:lstStyle/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058065937" name="Titel 1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Folientitel durch Klicken bearbeiten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038462516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1038462516" name="Objekt 3" hidden="1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245844038" name="Rechteck 2" hidden="1"/>
          <p:cNvSpPr/>
          <p:nvPr userDrawn="1"/>
        </p:nvSpPr>
        <p:spPr bwMode="auto"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de-DE" sz="2000" b="1" i="0">
              <a:latin typeface="Arial"/>
              <a:ea typeface="ＭＳ Ｐゴシック"/>
              <a:cs typeface="Arial"/>
            </a:endParaRPr>
          </a:p>
        </p:txBody>
      </p:sp>
      <p:sp>
        <p:nvSpPr>
          <p:cNvPr id="2050844150" name="Textplatzhalter 15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59999" y="5840950"/>
            <a:ext cx="11484000" cy="170816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>
              <a:defRPr/>
            </a:pPr>
            <a:r>
              <a:rPr lang="de-DE"/>
              <a:t>Quelle</a:t>
            </a:r>
            <a:endParaRPr lang="en-US"/>
          </a:p>
        </p:txBody>
      </p:sp>
      <p:sp>
        <p:nvSpPr>
          <p:cNvPr id="1899771463" name="Titel 1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Folientitel durch Klicken bearbeiten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Spalt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4048579" name="Objekt 10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44048579" name="Objekt 10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039481731" name="Rechteck 3" hidden="1"/>
          <p:cNvSpPr/>
          <p:nvPr userDrawn="1"/>
        </p:nvSpPr>
        <p:spPr bwMode="auto"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de-DE" sz="2000" b="1" i="0">
              <a:latin typeface="Arial"/>
              <a:ea typeface="ＭＳ Ｐゴシック"/>
              <a:cs typeface="Arial"/>
            </a:endParaRPr>
          </a:p>
        </p:txBody>
      </p:sp>
      <p:sp>
        <p:nvSpPr>
          <p:cNvPr id="1402808455" name="Textplatzhalter 9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359999" y="5840950"/>
            <a:ext cx="11484000" cy="170816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800"/>
            </a:lvl1pPr>
          </a:lstStyle>
          <a:p>
            <a:pPr lvl="0">
              <a:defRPr/>
            </a:pPr>
            <a:r>
              <a:rPr lang="de-DE"/>
              <a:t>Quelle</a:t>
            </a:r>
            <a:endParaRPr lang="en-US"/>
          </a:p>
        </p:txBody>
      </p:sp>
      <p:sp>
        <p:nvSpPr>
          <p:cNvPr id="773775137" name="Textplatzhalter 6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60000" y="897890"/>
            <a:ext cx="3732000" cy="306000"/>
          </a:xfrm>
          <a:prstGeom prst="rect">
            <a:avLst/>
          </a:prstGeom>
          <a:solidFill>
            <a:schemeClr val="tx2"/>
          </a:solidFill>
        </p:spPr>
        <p:txBody>
          <a:bodyPr lIns="216000" tIns="0" rIns="0" bIns="0" anchor="ctr"/>
          <a:lstStyle>
            <a:lvl1pPr marL="0" indent="0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Titel Spalte 1/3</a:t>
            </a:r>
            <a:endParaRPr lang="en-US"/>
          </a:p>
        </p:txBody>
      </p:sp>
      <p:sp>
        <p:nvSpPr>
          <p:cNvPr id="1179819073" name="Textplatzhalter 6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236000" y="897890"/>
            <a:ext cx="3732000" cy="306000"/>
          </a:xfrm>
          <a:prstGeom prst="rect">
            <a:avLst/>
          </a:prstGeom>
          <a:solidFill>
            <a:schemeClr val="tx2"/>
          </a:solidFill>
        </p:spPr>
        <p:txBody>
          <a:bodyPr lIns="216000" tIns="0" rIns="0" bIns="0" anchor="ctr"/>
          <a:lstStyle>
            <a:lvl1pPr marL="0" indent="0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Titel Spalte 2/3</a:t>
            </a:r>
            <a:endParaRPr lang="en-US"/>
          </a:p>
        </p:txBody>
      </p:sp>
      <p:sp>
        <p:nvSpPr>
          <p:cNvPr id="1084072047" name="Textplatzhalter 6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8112000" y="897890"/>
            <a:ext cx="3732000" cy="306000"/>
          </a:xfrm>
          <a:prstGeom prst="rect">
            <a:avLst/>
          </a:prstGeom>
          <a:solidFill>
            <a:schemeClr val="tx2"/>
          </a:solidFill>
        </p:spPr>
        <p:txBody>
          <a:bodyPr lIns="216000" tIns="0" rIns="0" bIns="0" anchor="ctr"/>
          <a:lstStyle>
            <a:lvl1pPr marL="0" indent="0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Titel Spalte 3/3</a:t>
            </a:r>
            <a:endParaRPr/>
          </a:p>
        </p:txBody>
      </p:sp>
      <p:sp>
        <p:nvSpPr>
          <p:cNvPr id="16709446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Folientitel durch Klicken bearbeiten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ur Titel mit Kickerbox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79193724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279193724" name="Objekt 3" hidden="1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024887782" name="Rechteck 2" hidden="1"/>
          <p:cNvSpPr/>
          <p:nvPr userDrawn="1"/>
        </p:nvSpPr>
        <p:spPr bwMode="auto"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de-DE" sz="2000" b="1" i="0">
              <a:latin typeface="Arial"/>
              <a:ea typeface="ＭＳ Ｐゴシック"/>
              <a:cs typeface="Arial"/>
            </a:endParaRPr>
          </a:p>
        </p:txBody>
      </p:sp>
      <p:sp>
        <p:nvSpPr>
          <p:cNvPr id="219528890" name="Textplatzhalter 15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59999" y="5840950"/>
            <a:ext cx="11484000" cy="170816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>
              <a:defRPr/>
            </a:pPr>
            <a:r>
              <a:rPr lang="de-DE"/>
              <a:t>Quelle</a:t>
            </a:r>
            <a:endParaRPr lang="en-US"/>
          </a:p>
        </p:txBody>
      </p:sp>
      <p:sp>
        <p:nvSpPr>
          <p:cNvPr id="1109220601" name="Titel 1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Folientitel durch Klicken bearbeiten</a:t>
            </a:r>
            <a:endParaRPr lang="en-US"/>
          </a:p>
        </p:txBody>
      </p:sp>
      <p:sp>
        <p:nvSpPr>
          <p:cNvPr id="1296885734" name="Textplatzhalter 1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60000" y="5242060"/>
            <a:ext cx="11484001" cy="57600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/>
          <a:lstStyle>
            <a:lvl1pPr algn="ctr">
              <a:spcBef>
                <a:spcPts val="0"/>
              </a:spcBef>
              <a:defRPr>
                <a:solidFill>
                  <a:schemeClr val="bg1"/>
                </a:solidFill>
              </a:defRPr>
            </a:lvl1pPr>
            <a:lvl2pPr marL="2160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Kickerbox</a:t>
            </a: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ild + 2/3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17005576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117005576" name="Objekt 3" hidden="1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74861794" name="Rechteck 2" hidden="1"/>
          <p:cNvSpPr/>
          <p:nvPr userDrawn="1"/>
        </p:nvSpPr>
        <p:spPr bwMode="auto"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de-DE" sz="2000" b="1" i="0">
              <a:latin typeface="Arial"/>
              <a:ea typeface="ＭＳ Ｐゴシック"/>
              <a:cs typeface="Arial"/>
            </a:endParaRPr>
          </a:p>
        </p:txBody>
      </p:sp>
      <p:sp>
        <p:nvSpPr>
          <p:cNvPr id="410944909" name="Textplatzhalter 15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59999" y="5840950"/>
            <a:ext cx="11484000" cy="170816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>
              <a:defRPr/>
            </a:pPr>
            <a:r>
              <a:rPr lang="de-DE"/>
              <a:t>Quelle</a:t>
            </a:r>
            <a:endParaRPr lang="en-US"/>
          </a:p>
        </p:txBody>
      </p:sp>
      <p:sp>
        <p:nvSpPr>
          <p:cNvPr id="469200600" name="Titel 1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Folientitel durch Klicken bearbeiten</a:t>
            </a:r>
            <a:endParaRPr lang="en-US"/>
          </a:p>
        </p:txBody>
      </p:sp>
      <p:sp>
        <p:nvSpPr>
          <p:cNvPr id="1781970314" name="Inhaltsplatzhalter 13"/>
          <p:cNvSpPr>
            <a:spLocks noGrp="1"/>
          </p:cNvSpPr>
          <p:nvPr>
            <p:ph sz="quarter" idx="14"/>
          </p:nvPr>
        </p:nvSpPr>
        <p:spPr bwMode="auto">
          <a:xfrm>
            <a:off x="4237199" y="897890"/>
            <a:ext cx="7606801" cy="4285710"/>
          </a:xfrm>
        </p:spPr>
        <p:txBody>
          <a:bodyPr/>
          <a:lstStyle/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00877208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360000" y="897890"/>
            <a:ext cx="3733200" cy="428571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en-US"/>
              <a:t>Bild </a:t>
            </a:r>
            <a:r>
              <a:rPr lang="en-US"/>
              <a:t>einfügen</a:t>
            </a:r>
            <a:endParaRPr lang="en-US"/>
          </a:p>
        </p:txBody>
      </p:sp>
      <p:sp>
        <p:nvSpPr>
          <p:cNvPr id="441158169" name="Textplatzhalter 1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60000" y="5242060"/>
            <a:ext cx="11484001" cy="576000"/>
          </a:xfrm>
          <a:prstGeom prst="rect">
            <a:avLst/>
          </a:prstGeom>
          <a:solidFill>
            <a:schemeClr val="tx2"/>
          </a:solidFill>
        </p:spPr>
        <p:txBody>
          <a:bodyPr lIns="0" tIns="0" rIns="0" bIns="0" anchor="ctr"/>
          <a:lstStyle>
            <a:lvl1pPr algn="ctr">
              <a:spcBef>
                <a:spcPts val="0"/>
              </a:spcBef>
              <a:defRPr>
                <a:solidFill>
                  <a:schemeClr val="bg1"/>
                </a:solidFill>
              </a:defRPr>
            </a:lvl1pPr>
            <a:lvl2pPr marL="2160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Kickerbox</a:t>
            </a:r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54308198" name="Objekt 3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354308198" name="Objekt 3" hidden="1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418264398" name="Rechteck 2" hidden="1"/>
          <p:cNvSpPr/>
          <p:nvPr userDrawn="1"/>
        </p:nvSpPr>
        <p:spPr bwMode="auto"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de-DE" sz="2000" b="1" i="0">
              <a:latin typeface="Arial"/>
              <a:ea typeface="ＭＳ Ｐゴシック"/>
              <a:cs typeface="Arial"/>
            </a:endParaRPr>
          </a:p>
        </p:txBody>
      </p:sp>
      <p:sp>
        <p:nvSpPr>
          <p:cNvPr id="1093726308" name="Inhaltsplatzhalter 7"/>
          <p:cNvSpPr>
            <a:spLocks noGrp="1"/>
          </p:cNvSpPr>
          <p:nvPr>
            <p:ph sz="quarter" idx="10"/>
          </p:nvPr>
        </p:nvSpPr>
        <p:spPr bwMode="auto">
          <a:xfrm>
            <a:off x="359999" y="897890"/>
            <a:ext cx="11484000" cy="4859999"/>
          </a:xfrm>
        </p:spPr>
        <p:txBody>
          <a:bodyPr/>
          <a:lstStyle/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091482010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Folientitel durch Klicken bearbeiten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el_1/3 bla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700048988" name="Objekt 10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1700048988" name="Objekt 10" hidden="1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605193149" name="Rechteck 9" hidden="1"/>
          <p:cNvSpPr/>
          <p:nvPr userDrawn="1"/>
        </p:nvSpPr>
        <p:spPr bwMode="auto"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de-DE" sz="3200" b="1" i="0">
              <a:latin typeface="Arial"/>
              <a:ea typeface="ＭＳ Ｐゴシック"/>
              <a:cs typeface="Arial"/>
            </a:endParaRPr>
          </a:p>
        </p:txBody>
      </p:sp>
      <p:sp>
        <p:nvSpPr>
          <p:cNvPr id="198047488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360000" y="2487600"/>
            <a:ext cx="11484000" cy="54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de-DE"/>
              <a:t>Titel durch Klicken bearbeiten</a:t>
            </a:r>
            <a:endParaRPr lang="en-US"/>
          </a:p>
        </p:txBody>
      </p:sp>
      <p:sp>
        <p:nvSpPr>
          <p:cNvPr id="273635835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60000" y="2980800"/>
            <a:ext cx="11484000" cy="2341364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Untertitel durch Klicken bearbeiten</a:t>
            </a:r>
            <a:endParaRPr lang="en-US"/>
          </a:p>
        </p:txBody>
      </p:sp>
      <p:pic>
        <p:nvPicPr>
          <p:cNvPr id="1789298797" name="Grafik 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9535299" y="6043613"/>
            <a:ext cx="2440800" cy="813600"/>
          </a:xfrm>
          <a:prstGeom prst="rect">
            <a:avLst/>
          </a:prstGeom>
        </p:spPr>
      </p:pic>
      <p:sp>
        <p:nvSpPr>
          <p:cNvPr id="1711562705" name="Textplatzhalter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60000" y="5449921"/>
            <a:ext cx="5753910" cy="365443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>
              <a:defRPr/>
            </a:pPr>
            <a:r>
              <a:rPr lang="de-DE"/>
              <a:t>Aachen, den xx.xx.20xx</a:t>
            </a:r>
            <a:endParaRPr lang="en-US"/>
          </a:p>
        </p:txBody>
      </p:sp>
      <p:sp>
        <p:nvSpPr>
          <p:cNvPr id="521558919" name="Rechteck 12"/>
          <p:cNvSpPr/>
          <p:nvPr userDrawn="1"/>
        </p:nvSpPr>
        <p:spPr bwMode="auto">
          <a:xfrm>
            <a:off x="0" y="0"/>
            <a:ext cx="12192000" cy="2312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el_1/3 Bildplatzhal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471534210" name="Objekt 10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1471534210" name="Objekt 10" hidden="1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546856772" name="Rechteck 9" hidden="1"/>
          <p:cNvSpPr/>
          <p:nvPr userDrawn="1"/>
        </p:nvSpPr>
        <p:spPr bwMode="auto"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de-DE" sz="3200" b="1" i="0">
              <a:latin typeface="Arial"/>
              <a:ea typeface="ＭＳ Ｐゴシック"/>
              <a:cs typeface="Arial"/>
            </a:endParaRPr>
          </a:p>
        </p:txBody>
      </p:sp>
      <p:sp>
        <p:nvSpPr>
          <p:cNvPr id="45783785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360000" y="2487600"/>
            <a:ext cx="11484000" cy="5400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de-DE"/>
              <a:t>Titel durch Klicken bearbeiten</a:t>
            </a:r>
            <a:endParaRPr lang="en-US"/>
          </a:p>
        </p:txBody>
      </p:sp>
      <p:sp>
        <p:nvSpPr>
          <p:cNvPr id="1633742428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60000" y="2980800"/>
            <a:ext cx="11484000" cy="2341364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Untertitel durch Klicken bearbeiten</a:t>
            </a:r>
            <a:endParaRPr lang="en-US"/>
          </a:p>
        </p:txBody>
      </p:sp>
      <p:pic>
        <p:nvPicPr>
          <p:cNvPr id="603800913" name="Grafik 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9535299" y="6043613"/>
            <a:ext cx="2440800" cy="813600"/>
          </a:xfrm>
          <a:prstGeom prst="rect">
            <a:avLst/>
          </a:prstGeom>
        </p:spPr>
      </p:pic>
      <p:sp>
        <p:nvSpPr>
          <p:cNvPr id="888293553" name="Textplatzhalter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60000" y="5449921"/>
            <a:ext cx="5753910" cy="365443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>
              <a:defRPr/>
            </a:pPr>
            <a:r>
              <a:rPr lang="de-DE"/>
              <a:t>Aachen, den xx.xx.20xx</a:t>
            </a:r>
            <a:endParaRPr lang="en-US"/>
          </a:p>
        </p:txBody>
      </p:sp>
      <p:sp>
        <p:nvSpPr>
          <p:cNvPr id="213970285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0"/>
            <a:ext cx="12192000" cy="2312988"/>
          </a:xfrm>
          <a:prstGeom prst="rect">
            <a:avLst/>
          </a:prstGeom>
          <a:solidFill>
            <a:schemeClr val="bg2"/>
          </a:solidFill>
        </p:spPr>
        <p:txBody>
          <a:bodyPr lIns="180000" tIns="180000" rIns="180000" bIns="180000"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en-US"/>
              <a:t>Bild </a:t>
            </a:r>
            <a:r>
              <a:rPr lang="en-US"/>
              <a:t>einfügen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1_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84228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emf"/><Relationship Id="rId13" Type="http://schemas.openxmlformats.org/officeDocument/2006/relationships/oleObject" Target="../embeddings/oleObject1.bin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138742845" name="Objekt 6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13" imgW="0" imgH="0" progId="TCLayout.ActiveDocument.1">
              <p:embed/>
              <p:pic>
                <p:nvPicPr>
                  <p:cNvPr id="1138742845" name="Objekt 6"/>
                  <p:cNvPicPr/>
                  <p:nvPr/>
                </p:nvPicPr>
                <p:blipFill>
                  <a:blip r:embed="rId12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767688521" name="Rechteck 12" hidden="1"/>
          <p:cNvSpPr/>
          <p:nvPr userDrawn="1"/>
        </p:nvSpPr>
        <p:spPr bwMode="auto"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>
              <a:defRPr/>
            </a:pPr>
            <a:endParaRPr lang="de-DE" sz="2000" b="1" i="0">
              <a:latin typeface="Arial"/>
              <a:ea typeface="ＭＳ Ｐゴシック"/>
              <a:cs typeface="Arial"/>
            </a:endParaRPr>
          </a:p>
        </p:txBody>
      </p:sp>
      <p:cxnSp>
        <p:nvCxnSpPr>
          <p:cNvPr id="1565054720" name="Gerader Verbinder 10"/>
          <p:cNvCxnSpPr/>
          <p:nvPr/>
        </p:nvCxnSpPr>
        <p:spPr bwMode="auto"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688540" name="Gerader Verbinder 11"/>
          <p:cNvCxnSpPr/>
          <p:nvPr/>
        </p:nvCxnSpPr>
        <p:spPr bwMode="auto"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875828" name="Textfeld 13"/>
          <p:cNvSpPr txBox="1">
            <a:spLocks noChangeArrowheads="1"/>
          </p:cNvSpPr>
          <p:nvPr/>
        </p:nvSpPr>
        <p:spPr bwMode="auto">
          <a:xfrm>
            <a:off x="360000" y="6227763"/>
            <a:ext cx="730250" cy="395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/>
                <a:ea typeface="ＭＳ Ｐゴシック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ea typeface="ＭＳ Ｐゴシック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ea typeface="ＭＳ Ｐゴシック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ea typeface="ＭＳ Ｐゴシック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ea typeface="ＭＳ Ｐゴシック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ＭＳ Ｐゴシック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ＭＳ Ｐゴシック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ＭＳ Ｐゴシック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ea typeface="ＭＳ Ｐゴシック"/>
              </a:defRPr>
            </a:lvl9pPr>
          </a:lstStyle>
          <a:p>
            <a:pPr>
              <a:defRPr/>
            </a:pPr>
            <a:fld id="{975D4CD2-84BA-4866-8A4C-B17C5E663C31}" type="slidenum">
              <a:rPr lang="de-DE" sz="900">
                <a:solidFill>
                  <a:schemeClr val="tx1"/>
                </a:solidFill>
              </a:rPr>
              <a:t>‹#›</a:t>
            </a:fld>
            <a:endParaRPr lang="de-DE" sz="900">
              <a:solidFill>
                <a:schemeClr val="tx1"/>
              </a:solidFill>
            </a:endParaRPr>
          </a:p>
        </p:txBody>
      </p:sp>
      <p:pic>
        <p:nvPicPr>
          <p:cNvPr id="1963463578" name="Grafik 2"/>
          <p:cNvPicPr>
            <a:picLocks noChangeAspect="1"/>
          </p:cNvPicPr>
          <p:nvPr userDrawn="1"/>
        </p:nvPicPr>
        <p:blipFill>
          <a:blip r:embed="rId14"/>
          <a:stretch/>
        </p:blipFill>
        <p:spPr bwMode="auto">
          <a:xfrm>
            <a:off x="9535299" y="6043613"/>
            <a:ext cx="2440800" cy="813600"/>
          </a:xfrm>
          <a:prstGeom prst="rect">
            <a:avLst/>
          </a:prstGeom>
        </p:spPr>
      </p:pic>
      <p:sp>
        <p:nvSpPr>
          <p:cNvPr id="2007511377" name="Titelplatzhalter 7"/>
          <p:cNvSpPr>
            <a:spLocks noGrp="1"/>
          </p:cNvSpPr>
          <p:nvPr>
            <p:ph type="title"/>
          </p:nvPr>
        </p:nvSpPr>
        <p:spPr bwMode="auto">
          <a:xfrm>
            <a:off x="360363" y="201600"/>
            <a:ext cx="11483975" cy="5436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1491547256" name="Textplatzhalter 8"/>
          <p:cNvSpPr>
            <a:spLocks noGrp="1"/>
          </p:cNvSpPr>
          <p:nvPr>
            <p:ph type="body" idx="1"/>
          </p:nvPr>
        </p:nvSpPr>
        <p:spPr bwMode="auto">
          <a:xfrm flipH="1">
            <a:off x="360363" y="897890"/>
            <a:ext cx="11483975" cy="48599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1"/>
  <p:txStyles>
    <p:titleStyle>
      <a:lvl1pPr algn="l">
        <a:lnSpc>
          <a:spcPct val="90000"/>
        </a:lnSpc>
        <a:spcBef>
          <a:spcPts val="0"/>
        </a:spcBef>
        <a:spcAft>
          <a:spcPts val="0"/>
        </a:spcAft>
        <a:defRPr sz="2000" b="1">
          <a:solidFill>
            <a:schemeClr val="tx1"/>
          </a:solidFill>
          <a:latin typeface="Arial"/>
          <a:ea typeface="ＭＳ Ｐゴシック"/>
          <a:cs typeface="Arial"/>
        </a:defRPr>
      </a:lvl1pPr>
      <a:lvl2pPr algn="l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Arial"/>
          <a:ea typeface="ＭＳ Ｐゴシック"/>
          <a:cs typeface="Arial"/>
        </a:defRPr>
      </a:lvl2pPr>
      <a:lvl3pPr algn="l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Arial"/>
          <a:ea typeface="ＭＳ Ｐゴシック"/>
          <a:cs typeface="Arial"/>
        </a:defRPr>
      </a:lvl3pPr>
      <a:lvl4pPr algn="l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Arial"/>
          <a:ea typeface="ＭＳ Ｐゴシック"/>
          <a:cs typeface="Arial"/>
        </a:defRPr>
      </a:lvl4pPr>
      <a:lvl5pPr algn="l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Arial"/>
          <a:ea typeface="ＭＳ Ｐゴシック"/>
          <a:cs typeface="Arial"/>
        </a:defRPr>
      </a:lvl5pPr>
      <a:lvl6pPr marL="457200" algn="l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Arial"/>
          <a:cs typeface="Arial"/>
        </a:defRPr>
      </a:lvl6pPr>
      <a:lvl7pPr marL="914400" algn="l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Arial"/>
          <a:cs typeface="Arial"/>
        </a:defRPr>
      </a:lvl7pPr>
      <a:lvl8pPr marL="1371600" algn="l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Arial"/>
          <a:cs typeface="Arial"/>
        </a:defRPr>
      </a:lvl8pPr>
      <a:lvl9pPr marL="1828800" algn="l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Arial"/>
          <a:cs typeface="Arial"/>
        </a:defRPr>
      </a:lvl9pPr>
    </p:titleStyle>
    <p:bodyStyle>
      <a:lvl1pPr marL="216000" indent="-216000" algn="l" defTabSz="215899">
        <a:lnSpc>
          <a:spcPct val="100000"/>
        </a:lnSpc>
        <a:spcBef>
          <a:spcPts val="600"/>
        </a:spcBef>
        <a:spcAft>
          <a:spcPts val="0"/>
        </a:spcAft>
        <a:buClr>
          <a:schemeClr val="accent2">
            <a:lumMod val="100000"/>
          </a:schemeClr>
        </a:buClr>
        <a:buSzPct val="100000"/>
        <a:buFont typeface="Arial"/>
        <a:buChar char="●"/>
        <a:tabLst>
          <a:tab pos="215899" algn="l"/>
        </a:tabLst>
        <a:defRPr lang="de-DE" sz="1400">
          <a:solidFill>
            <a:schemeClr val="tx1"/>
          </a:solidFill>
          <a:latin typeface="Arial"/>
          <a:ea typeface="ＭＳ Ｐゴシック"/>
          <a:cs typeface="+mn-cs"/>
        </a:defRPr>
      </a:lvl1pPr>
      <a:lvl2pPr marL="432000" indent="-216000" algn="l">
        <a:lnSpc>
          <a:spcPct val="100000"/>
        </a:lnSpc>
        <a:spcBef>
          <a:spcPts val="400"/>
        </a:spcBef>
        <a:spcAft>
          <a:spcPts val="0"/>
        </a:spcAft>
        <a:buClr>
          <a:schemeClr val="accent2">
            <a:lumMod val="100000"/>
          </a:schemeClr>
        </a:buClr>
        <a:buSzPct val="100000"/>
        <a:buFont typeface="Arial"/>
        <a:buChar char="–"/>
        <a:tabLst>
          <a:tab pos="431799" algn="l"/>
        </a:tabLst>
        <a:defRPr lang="de-DE" sz="1400">
          <a:solidFill>
            <a:schemeClr val="tx1"/>
          </a:solidFill>
          <a:latin typeface="Arial"/>
          <a:ea typeface="ＭＳ Ｐゴシック"/>
          <a:cs typeface="+mn-cs"/>
        </a:defRPr>
      </a:lvl2pPr>
      <a:lvl3pPr marL="648000" indent="-215899" algn="l" defTabSz="215899">
        <a:lnSpc>
          <a:spcPct val="100000"/>
        </a:lnSpc>
        <a:spcBef>
          <a:spcPts val="200"/>
        </a:spcBef>
        <a:spcAft>
          <a:spcPts val="0"/>
        </a:spcAft>
        <a:buClr>
          <a:schemeClr val="accent2">
            <a:lumMod val="100000"/>
          </a:schemeClr>
        </a:buClr>
        <a:buSzPct val="100000"/>
        <a:buFont typeface="Arial"/>
        <a:buChar char="•"/>
        <a:tabLst>
          <a:tab pos="647700" algn="l"/>
        </a:tabLst>
        <a:defRPr lang="de-DE" sz="1400">
          <a:solidFill>
            <a:schemeClr val="tx1"/>
          </a:solidFill>
          <a:latin typeface="Arial"/>
          <a:ea typeface="ＭＳ Ｐゴシック"/>
          <a:cs typeface="+mn-cs"/>
        </a:defRPr>
      </a:lvl3pPr>
      <a:lvl4pPr marL="864000" indent="-215899" algn="l" defTabSz="215899">
        <a:lnSpc>
          <a:spcPct val="100000"/>
        </a:lnSpc>
        <a:spcBef>
          <a:spcPts val="200"/>
        </a:spcBef>
        <a:spcAft>
          <a:spcPts val="0"/>
        </a:spcAft>
        <a:buClr>
          <a:schemeClr val="accent2">
            <a:lumMod val="100000"/>
          </a:schemeClr>
        </a:buClr>
        <a:buSzPct val="100000"/>
        <a:buFont typeface="Arial"/>
        <a:buChar char="•"/>
        <a:tabLst>
          <a:tab pos="863599" algn="l"/>
        </a:tabLst>
        <a:defRPr lang="de-DE" sz="1400">
          <a:solidFill>
            <a:schemeClr val="tx1"/>
          </a:solidFill>
          <a:latin typeface="Arial"/>
          <a:ea typeface="ＭＳ Ｐゴシック"/>
          <a:cs typeface="+mn-cs"/>
        </a:defRPr>
      </a:lvl4pPr>
      <a:lvl5pPr marL="1080000" indent="-216000" algn="l">
        <a:lnSpc>
          <a:spcPct val="100000"/>
        </a:lnSpc>
        <a:spcBef>
          <a:spcPts val="200"/>
        </a:spcBef>
        <a:spcAft>
          <a:spcPts val="0"/>
        </a:spcAft>
        <a:buClr>
          <a:schemeClr val="tx2"/>
        </a:buClr>
        <a:buFont typeface="Arial"/>
        <a:buChar char="•"/>
        <a:tabLst>
          <a:tab pos="895350" algn="l"/>
        </a:tabLst>
        <a:defRPr lang="de-DE" sz="1400">
          <a:solidFill>
            <a:schemeClr val="tx1"/>
          </a:solidFill>
          <a:latin typeface="Arial"/>
          <a:ea typeface="ＭＳ Ｐゴシック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emf"/><Relationship Id="rId4" Type="http://schemas.openxmlformats.org/officeDocument/2006/relationships/oleObject" Target="../embeddings/oleObject6.bin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661080680" name="Objekt 5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4" imgW="0" imgH="0" progId="TCLayout.ActiveDocument.1">
              <p:embed/>
              <p:pic>
                <p:nvPicPr>
                  <p:cNvPr id="1661080680" name="Objekt 5"/>
                  <p:cNvPicPr/>
                  <p:nvPr/>
                </p:nvPicPr>
                <p:blipFill>
                  <a:blip r:embed="rId3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521828048" name="Titel 6"/>
          <p:cNvSpPr>
            <a:spLocks noGrp="1"/>
          </p:cNvSpPr>
          <p:nvPr>
            <p:ph type="ctrTitle"/>
          </p:nvPr>
        </p:nvSpPr>
        <p:spPr bwMode="auto">
          <a:xfrm>
            <a:off x="360000" y="2487599"/>
            <a:ext cx="11484000" cy="941400"/>
          </a:xfrm>
        </p:spPr>
        <p:txBody>
          <a:bodyPr/>
          <a:lstStyle/>
          <a:p>
            <a:pPr>
              <a:defRPr/>
            </a:pPr>
            <a:r>
              <a:rPr lang="en-US"/>
              <a:t>Weekly Report on 20.06.2025 - Quality Management in Battery Production</a:t>
            </a:r>
            <a:endParaRPr lang="en-US"/>
          </a:p>
        </p:txBody>
      </p:sp>
      <p:sp>
        <p:nvSpPr>
          <p:cNvPr id="1019129245" name="Untertitel 7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  <a:p>
            <a:pPr>
              <a:lnSpc>
                <a:spcPct val="90000"/>
              </a:lnSpc>
              <a:defRPr/>
            </a:pPr>
            <a:endParaRPr lang="de-DE" b="1"/>
          </a:p>
          <a:p>
            <a:pPr>
              <a:lnSpc>
                <a:spcPct val="90000"/>
              </a:lnSpc>
              <a:defRPr/>
            </a:pPr>
            <a:endParaRPr lang="de-DE" b="1"/>
          </a:p>
          <a:p>
            <a:pPr>
              <a:lnSpc>
                <a:spcPct val="90000"/>
              </a:lnSpc>
              <a:defRPr/>
            </a:pPr>
            <a:endParaRPr lang="de-DE" b="1"/>
          </a:p>
          <a:p>
            <a:pPr>
              <a:lnSpc>
                <a:spcPct val="90000"/>
              </a:lnSpc>
              <a:defRPr/>
            </a:pPr>
            <a:r>
              <a:rPr lang="de-DE" b="1"/>
              <a:t>Candidate</a:t>
            </a:r>
            <a:r>
              <a:rPr lang="de-DE" b="1"/>
              <a:t>:  </a:t>
            </a:r>
            <a:r>
              <a:rPr lang="de-DE" b="1"/>
              <a:t>Zhongxiu</a:t>
            </a:r>
            <a:r>
              <a:rPr lang="de-DE" b="1"/>
              <a:t> Wang</a:t>
            </a:r>
            <a:endParaRPr/>
          </a:p>
          <a:p>
            <a:pPr>
              <a:lnSpc>
                <a:spcPct val="90000"/>
              </a:lnSpc>
              <a:defRPr/>
            </a:pPr>
            <a:r>
              <a:rPr lang="de-DE" b="1"/>
              <a:t>supervisor</a:t>
            </a:r>
            <a:r>
              <a:rPr lang="de-DE" b="1"/>
              <a:t>: Thomas Fey, M.Sc.</a:t>
            </a:r>
            <a:endParaRPr/>
          </a:p>
          <a:p>
            <a:pPr>
              <a:lnSpc>
                <a:spcPct val="90000"/>
              </a:lnSpc>
              <a:defRPr/>
            </a:pPr>
            <a:endParaRPr lang="en-US"/>
          </a:p>
          <a:p>
            <a:pPr>
              <a:lnSpc>
                <a:spcPct val="90000"/>
              </a:lnSpc>
              <a:defRPr/>
            </a:pPr>
            <a:r>
              <a:rPr lang="en-US"/>
              <a:t>Chair of Production Engineering of E-Mobility Components (PEM)</a:t>
            </a:r>
            <a:endParaRPr lang="de-DE"/>
          </a:p>
          <a:p>
            <a:pPr>
              <a:defRPr/>
            </a:pPr>
            <a:endParaRPr lang="en-US"/>
          </a:p>
        </p:txBody>
      </p:sp>
      <p:sp>
        <p:nvSpPr>
          <p:cNvPr id="2020094149" name="Textplatzhalter 8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Aachen, 20. June 2025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578251" name="Titel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i="1">
                <a:solidFill>
                  <a:schemeClr val="accent2"/>
                </a:solidFill>
              </a:rPr>
              <a:t>Task of this week </a:t>
            </a:r>
            <a:br>
              <a:rPr lang="de-DE" i="1">
                <a:solidFill>
                  <a:schemeClr val="accent2"/>
                </a:solidFill>
              </a:rPr>
            </a:br>
            <a:r>
              <a:rPr lang="de-DE"/>
              <a:t>what</a:t>
            </a:r>
            <a:r>
              <a:rPr lang="de-DE"/>
              <a:t> I </a:t>
            </a:r>
            <a:r>
              <a:rPr lang="de-DE"/>
              <a:t>have</a:t>
            </a:r>
            <a:r>
              <a:rPr lang="de-DE"/>
              <a:t> </a:t>
            </a:r>
            <a:r>
              <a:rPr lang="de-DE"/>
              <a:t>done</a:t>
            </a:r>
            <a:endParaRPr lang="de-DE"/>
          </a:p>
        </p:txBody>
      </p:sp>
      <p:sp>
        <p:nvSpPr>
          <p:cNvPr id="1374195307" name="Inhaltsplatzhalter 2"/>
          <p:cNvSpPr>
            <a:spLocks noGrp="1"/>
          </p:cNvSpPr>
          <p:nvPr>
            <p:ph sz="quarter" idx="14"/>
          </p:nvPr>
        </p:nvSpPr>
        <p:spPr bwMode="auto">
          <a:xfrm>
            <a:off x="359999" y="897890"/>
            <a:ext cx="11484000" cy="4859999"/>
          </a:xfrm>
        </p:spPr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Understanding the complete thesis process and related documents for students at the PEM Chair of RWTH Aachen University — from topic selection, registration, writing, and submission to the final presentation and archiving.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en-US"/>
              <a:t>Based on a review of key literature, it can be concluded that current research predominantly focuses on the quality management of individual process steps. However, cross-process quality tracking systems remain underdeveloped.</a:t>
            </a:r>
            <a:endParaRPr/>
          </a:p>
          <a:p>
            <a:pPr>
              <a:defRPr/>
            </a:pPr>
            <a:endParaRPr lang="en-US"/>
          </a:p>
          <a:p>
            <a:pPr lvl="1">
              <a:defRPr/>
            </a:pPr>
            <a:r>
              <a:rPr lang="en-US"/>
              <a:t>From 2014 to 2024, the high-frequency keywords in English literature related to quality management in battery production include:</a:t>
            </a:r>
            <a:endParaRPr/>
          </a:p>
          <a:p>
            <a:pPr lvl="1">
              <a:defRPr/>
            </a:pPr>
            <a:endParaRPr lang="en-US"/>
          </a:p>
          <a:p>
            <a:pPr lvl="2">
              <a:defRPr/>
            </a:pPr>
            <a:r>
              <a:rPr lang="en-US"/>
              <a:t>Machine learning</a:t>
            </a:r>
            <a:endParaRPr/>
          </a:p>
          <a:p>
            <a:pPr lvl="2">
              <a:defRPr/>
            </a:pPr>
            <a:r>
              <a:rPr lang="en-US"/>
              <a:t>Data-driven models</a:t>
            </a:r>
            <a:endParaRPr/>
          </a:p>
          <a:p>
            <a:pPr lvl="2">
              <a:defRPr/>
            </a:pPr>
            <a:r>
              <a:rPr lang="en-US"/>
              <a:t>Predictive models</a:t>
            </a:r>
            <a:endParaRPr/>
          </a:p>
          <a:p>
            <a:pPr lvl="2">
              <a:defRPr/>
            </a:pPr>
            <a:r>
              <a:rPr lang="en-US"/>
              <a:t>Battery production</a:t>
            </a:r>
            <a:endParaRPr/>
          </a:p>
          <a:p>
            <a:pPr lvl="2">
              <a:defRPr/>
            </a:pPr>
            <a:r>
              <a:rPr lang="en-US"/>
              <a:t>Quality management</a:t>
            </a:r>
            <a:endParaRPr/>
          </a:p>
          <a:p>
            <a:pPr lvl="2">
              <a:defRPr/>
            </a:pPr>
            <a:r>
              <a:rPr lang="en-US"/>
              <a:t>Cyber-physical systems.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I found the PEM Publications website page, and the literature there are very useful.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680915" name="Titel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i="1">
                <a:solidFill>
                  <a:schemeClr val="accent2"/>
                </a:solidFill>
              </a:rPr>
              <a:t>Problems and </a:t>
            </a:r>
            <a:r>
              <a:rPr lang="de-DE" i="1">
                <a:solidFill>
                  <a:schemeClr val="accent2"/>
                </a:solidFill>
              </a:rPr>
              <a:t>Ideas</a:t>
            </a:r>
            <a:br>
              <a:rPr lang="de-DE" i="1">
                <a:solidFill>
                  <a:schemeClr val="accent2"/>
                </a:solidFill>
              </a:rPr>
            </a:br>
            <a:r>
              <a:rPr lang="de-DE"/>
              <a:t>the</a:t>
            </a:r>
            <a:r>
              <a:rPr lang="de-DE"/>
              <a:t> </a:t>
            </a:r>
            <a:r>
              <a:rPr lang="de-DE"/>
              <a:t>direction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the</a:t>
            </a:r>
            <a:r>
              <a:rPr lang="de-DE"/>
              <a:t> </a:t>
            </a:r>
            <a:r>
              <a:rPr lang="de-DE"/>
              <a:t>work</a:t>
            </a:r>
            <a:endParaRPr lang="de-DE"/>
          </a:p>
        </p:txBody>
      </p:sp>
      <p:sp>
        <p:nvSpPr>
          <p:cNvPr id="863737336" name="Inhaltsplatzhalter 2"/>
          <p:cNvSpPr>
            <a:spLocks noGrp="1"/>
          </p:cNvSpPr>
          <p:nvPr>
            <p:ph sz="quarter" idx="14"/>
          </p:nvPr>
        </p:nvSpPr>
        <p:spPr bwMode="auto">
          <a:xfrm>
            <a:off x="359999" y="897890"/>
            <a:ext cx="11484000" cy="4859999"/>
          </a:xfrm>
        </p:spPr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Is it acceptable to reference and consult Chinese-language literature? If possible, Should I also put those in </a:t>
            </a:r>
            <a:r>
              <a:rPr lang="en-US"/>
              <a:t>Sciebo</a:t>
            </a:r>
            <a:r>
              <a:rPr lang="en-US"/>
              <a:t>? yes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en-US"/>
              <a:t>Is it necessary to focus on the investigation of cross-process quality tracking systems? Or should I find some gap in certain process steps? base on myself.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The link of “ How to </a:t>
            </a:r>
            <a:r>
              <a:rPr lang="en-US"/>
              <a:t>Abschlussarbeit</a:t>
            </a:r>
            <a:r>
              <a:rPr lang="en-US"/>
              <a:t> “ doesn’t work, as below</a:t>
            </a:r>
            <a:r>
              <a:rPr/>
              <a:t>. 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1931504897" name="图片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9999" y="2914222"/>
            <a:ext cx="7983064" cy="21053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097262" name="Titel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i="1">
                <a:solidFill>
                  <a:schemeClr val="accent2"/>
                </a:solidFill>
              </a:rPr>
              <a:t>Task </a:t>
            </a:r>
            <a:r>
              <a:rPr lang="de-DE" i="1">
                <a:solidFill>
                  <a:schemeClr val="accent2"/>
                </a:solidFill>
              </a:rPr>
              <a:t>of</a:t>
            </a:r>
            <a:r>
              <a:rPr lang="de-DE" i="1">
                <a:solidFill>
                  <a:schemeClr val="accent2"/>
                </a:solidFill>
              </a:rPr>
              <a:t> </a:t>
            </a:r>
            <a:r>
              <a:rPr lang="de-DE" i="1">
                <a:solidFill>
                  <a:schemeClr val="accent2"/>
                </a:solidFill>
              </a:rPr>
              <a:t>next</a:t>
            </a:r>
            <a:r>
              <a:rPr lang="de-DE" i="1">
                <a:solidFill>
                  <a:schemeClr val="accent2"/>
                </a:solidFill>
              </a:rPr>
              <a:t> Week</a:t>
            </a:r>
            <a:br>
              <a:rPr lang="de-DE" i="1">
                <a:solidFill>
                  <a:schemeClr val="accent2"/>
                </a:solidFill>
              </a:rPr>
            </a:br>
            <a:r>
              <a:rPr lang="de-DE"/>
              <a:t>Question and </a:t>
            </a:r>
            <a:r>
              <a:rPr lang="de-DE"/>
              <a:t>discussion</a:t>
            </a:r>
            <a:r>
              <a:rPr lang="de-DE"/>
              <a:t> </a:t>
            </a:r>
            <a:r>
              <a:rPr lang="de-DE"/>
              <a:t>based</a:t>
            </a:r>
            <a:endParaRPr lang="de-DE"/>
          </a:p>
        </p:txBody>
      </p:sp>
      <p:sp>
        <p:nvSpPr>
          <p:cNvPr id="1542757083" name="Inhaltsplatzhalter 2"/>
          <p:cNvSpPr>
            <a:spLocks noGrp="1"/>
          </p:cNvSpPr>
          <p:nvPr>
            <p:ph sz="quarter" idx="14"/>
          </p:nvPr>
        </p:nvSpPr>
        <p:spPr bwMode="auto">
          <a:xfrm>
            <a:off x="359999" y="897890"/>
            <a:ext cx="11484000" cy="4859999"/>
          </a:xfrm>
        </p:spPr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Read and summarize 20 related research papers published since 2024, focusing on the known methods for quality management in battery production over the past two years. not possible.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Study the relevant battery production processes and technologies based on the identified methods for quality management in battery production.</a:t>
            </a: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räsentation_Master_RWTH_Institute_16zu9">
  <a:themeElements>
    <a:clrScheme name="PEM-LS">
      <a:dk1>
        <a:srgbClr val="000000"/>
      </a:dk1>
      <a:lt1>
        <a:sysClr val="window" lastClr="FFFFFF"/>
      </a:lt1>
      <a:dk2>
        <a:srgbClr val="00549F"/>
      </a:dk2>
      <a:lt2>
        <a:srgbClr val="D8D8D8"/>
      </a:lt2>
      <a:accent1>
        <a:srgbClr val="8EBAE5"/>
      </a:accent1>
      <a:accent2>
        <a:srgbClr val="00549F"/>
      </a:accent2>
      <a:accent3>
        <a:srgbClr val="D1E3F4"/>
      </a:accent3>
      <a:accent4>
        <a:srgbClr val="D8D8D8"/>
      </a:accent4>
      <a:accent5>
        <a:srgbClr val="CC071E"/>
      </a:accent5>
      <a:accent6>
        <a:srgbClr val="F6A800"/>
      </a:accent6>
      <a:hlink>
        <a:srgbClr val="00549F"/>
      </a:hlink>
      <a:folHlink>
        <a:srgbClr val="D8D8D8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/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onlyoffice/8.3.3.18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Herausforderungen und Entwicklungen in der Elektromotorenproduktion</dc:title>
  <dc:creator>fbrans</dc:creator>
  <cp:lastModifiedBy>Wang, Zhongxiu (Q185EX@rwth-aachen.de)</cp:lastModifiedBy>
  <cp:revision>80</cp:revision>
  <dcterms:created xsi:type="dcterms:W3CDTF">2019-09-28T08:07:04Z</dcterms:created>
  <dcterms:modified xsi:type="dcterms:W3CDTF">2025-06-27T13:08:57Z</dcterms:modified>
</cp:coreProperties>
</file>