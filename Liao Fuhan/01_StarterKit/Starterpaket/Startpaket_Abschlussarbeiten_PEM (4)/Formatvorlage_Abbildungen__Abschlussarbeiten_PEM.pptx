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07" r:id="rId2"/>
    <p:sldId id="311" r:id="rId3"/>
    <p:sldId id="308" r:id="rId4"/>
    <p:sldId id="277" r:id="rId5"/>
    <p:sldId id="309" r:id="rId6"/>
  </p:sldIdLst>
  <p:sldSz cx="12192000" cy="6858000"/>
  <p:notesSz cx="6858000" cy="9144000"/>
  <p:custDataLst>
    <p:tags r:id="rId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C8797FEB-3B38-48E0-9896-6FF4A8C13D46}">
          <p14:sldIdLst>
            <p14:sldId id="307"/>
            <p14:sldId id="311"/>
            <p14:sldId id="308"/>
            <p14:sldId id="277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2836" userDrawn="1">
          <p15:clr>
            <a:srgbClr val="A4A3A4"/>
          </p15:clr>
        </p15:guide>
        <p15:guide id="3" pos="7580" userDrawn="1">
          <p15:clr>
            <a:srgbClr val="A4A3A4"/>
          </p15:clr>
        </p15:guide>
        <p15:guide id="4" pos="7525" userDrawn="1">
          <p15:clr>
            <a:srgbClr val="A4A3A4"/>
          </p15:clr>
        </p15:guide>
        <p15:guide id="5" pos="27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 Locke" initials="ML" lastIdx="1" clrIdx="0">
    <p:extLst>
      <p:ext uri="{19B8F6BF-5375-455C-9EA6-DF929625EA0E}">
        <p15:presenceInfo xmlns:p15="http://schemas.microsoft.com/office/powerpoint/2012/main" userId="c9896b306a8254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8C8"/>
    <a:srgbClr val="00A4D6"/>
    <a:srgbClr val="005F92"/>
    <a:srgbClr val="A7E2FF"/>
    <a:srgbClr val="00334C"/>
    <a:srgbClr val="15B1FF"/>
    <a:srgbClr val="005C8A"/>
    <a:srgbClr val="FFDE95"/>
    <a:srgbClr val="FFCD61"/>
    <a:srgbClr val="F6A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2" autoAdjust="0"/>
    <p:restoredTop sz="96552" autoAdjust="0"/>
  </p:normalViewPr>
  <p:slideViewPr>
    <p:cSldViewPr>
      <p:cViewPr>
        <p:scale>
          <a:sx n="75" d="100"/>
          <a:sy n="75" d="100"/>
        </p:scale>
        <p:origin x="1680" y="624"/>
      </p:cViewPr>
      <p:guideLst>
        <p:guide orient="horz" pos="4319"/>
        <p:guide pos="2836"/>
        <p:guide pos="7580"/>
        <p:guide pos="7525"/>
        <p:guide pos="27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5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14F6627-2B25-4B94-B56C-EC56B2E3B5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7526E8-79D5-4DB6-9519-92B118D6EC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869C4-221B-4835-ABB0-367F0B846DC3}" type="datetimeFigureOut">
              <a:rPr lang="de-DE" smtClean="0"/>
              <a:t>08.11.2022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7C7323-B0D0-4405-9678-187EFC2083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BDAFA5-DF1F-48FF-8051-5EA47543B7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ED7A0-537D-4036-93BB-7490EBCC2C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273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7580B-8B1D-45CA-AC8F-1F5883F264F8}" type="datetimeFigureOut">
              <a:rPr lang="de-DE" smtClean="0"/>
              <a:pPr/>
              <a:t>08.11.2022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7D869-AF25-420C-B643-37D3FD4F5FF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96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24000" cy="289647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82824CC-1FC2-490C-BD61-AB0099807B41}"/>
              </a:ext>
            </a:extLst>
          </p:cNvPr>
          <p:cNvGrpSpPr/>
          <p:nvPr userDrawn="1"/>
        </p:nvGrpSpPr>
        <p:grpSpPr>
          <a:xfrm>
            <a:off x="0" y="0"/>
            <a:ext cx="6428096" cy="2312988"/>
            <a:chOff x="0" y="-5557"/>
            <a:chExt cx="6428096" cy="2312988"/>
          </a:xfrm>
        </p:grpSpPr>
        <p:pic>
          <p:nvPicPr>
            <p:cNvPr id="8" name="Inhaltsplatzhalter 5">
              <a:extLst>
                <a:ext uri="{FF2B5EF4-FFF2-40B4-BE49-F238E27FC236}">
                  <a16:creationId xmlns:a16="http://schemas.microsoft.com/office/drawing/2014/main" id="{56117EEB-16AC-4F81-9CD7-7243D9C306E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9083" b="20172"/>
            <a:stretch/>
          </p:blipFill>
          <p:spPr>
            <a:xfrm>
              <a:off x="0" y="0"/>
              <a:ext cx="6062888" cy="2307431"/>
            </a:xfrm>
            <a:prstGeom prst="rect">
              <a:avLst/>
            </a:prstGeom>
          </p:spPr>
        </p:pic>
        <p:sp>
          <p:nvSpPr>
            <p:cNvPr id="9" name="Rechteck 11">
              <a:extLst>
                <a:ext uri="{FF2B5EF4-FFF2-40B4-BE49-F238E27FC236}">
                  <a16:creationId xmlns:a16="http://schemas.microsoft.com/office/drawing/2014/main" id="{974A768B-237B-47B2-B933-BA8576E77C91}"/>
                </a:ext>
              </a:extLst>
            </p:cNvPr>
            <p:cNvSpPr/>
            <p:nvPr userDrawn="1"/>
          </p:nvSpPr>
          <p:spPr>
            <a:xfrm>
              <a:off x="757451" y="-5557"/>
              <a:ext cx="5670645" cy="2312988"/>
            </a:xfrm>
            <a:prstGeom prst="rect">
              <a:avLst/>
            </a:prstGeom>
            <a:gradFill flip="none" rotWithShape="1">
              <a:gsLst>
                <a:gs pos="83000">
                  <a:srgbClr val="FDFEFF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0" rIns="28800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>
                <a:solidFill>
                  <a:schemeClr val="bg1"/>
                </a:solidFill>
              </a:endParaRPr>
            </a:p>
          </p:txBody>
        </p:sp>
      </p:grpSp>
      <p:sp>
        <p:nvSpPr>
          <p:cNvPr id="10" name="Rechteck 3">
            <a:extLst>
              <a:ext uri="{FF2B5EF4-FFF2-40B4-BE49-F238E27FC236}">
                <a16:creationId xmlns:a16="http://schemas.microsoft.com/office/drawing/2014/main" id="{8A3D0231-F200-4069-84A3-B44531D0D656}"/>
              </a:ext>
            </a:extLst>
          </p:cNvPr>
          <p:cNvSpPr/>
          <p:nvPr userDrawn="1"/>
        </p:nvSpPr>
        <p:spPr>
          <a:xfrm>
            <a:off x="0" y="0"/>
            <a:ext cx="12192000" cy="2312988"/>
          </a:xfrm>
          <a:prstGeom prst="rect">
            <a:avLst/>
          </a:prstGeom>
          <a:gradFill>
            <a:gsLst>
              <a:gs pos="9000">
                <a:schemeClr val="accent2">
                  <a:alpha val="59000"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23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4CE17BE2-61F2-427D-959D-EC71CE35E2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49944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think-cell Folie" r:id="rId4" imgW="352" imgH="346" progId="TCLayout.ActiveDocument.1">
                  <p:embed/>
                </p:oleObj>
              </mc:Choice>
              <mc:Fallback>
                <p:oleObj name="think-cell Folie" r:id="rId4" imgW="352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67678" y="188916"/>
            <a:ext cx="4233984" cy="11525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46184" y="1412875"/>
            <a:ext cx="4255477" cy="4616304"/>
          </a:xfrm>
          <a:prstGeom prst="rect">
            <a:avLst/>
          </a:prstGeom>
        </p:spPr>
        <p:txBody>
          <a:bodyPr/>
          <a:lstStyle>
            <a:lvl1pPr marL="216000" indent="-216000" algn="l" defTabSz="21590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216000" algn="l" defTabSz="21590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–"/>
              <a:tabLst>
                <a:tab pos="431800" algn="l"/>
              </a:tabLs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5900" algn="l" defTabSz="2159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47700" algn="l"/>
              </a:tabLs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de-D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de-D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 algn="l" defTabSz="21590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dirty="0"/>
              <a:t>Erste Ebene</a:t>
            </a:r>
          </a:p>
          <a:p>
            <a:pPr marL="432000" lvl="1" indent="-216000" algn="l" defTabSz="21590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–"/>
              <a:tabLst>
                <a:tab pos="431800" algn="l"/>
              </a:tabLst>
            </a:pPr>
            <a:r>
              <a:rPr lang="de-DE" dirty="0"/>
              <a:t>Zweite Ebene</a:t>
            </a:r>
          </a:p>
          <a:p>
            <a:pPr marL="648000" lvl="2" indent="-215900" algn="l" defTabSz="2159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47700" algn="l"/>
              </a:tabLst>
            </a:pPr>
            <a:r>
              <a:rPr lang="de-DE" dirty="0"/>
              <a:t>Dritte Ebene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F1CE6C2-07AE-4F8E-BC91-045164703F64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22F77E1D-42AD-41FF-A924-85102F00EF92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68" name="Rectangle 4">
                <a:extLst>
                  <a:ext uri="{FF2B5EF4-FFF2-40B4-BE49-F238E27FC236}">
                    <a16:creationId xmlns:a16="http://schemas.microsoft.com/office/drawing/2014/main" id="{B83D9D3C-6840-42E7-A7AA-8E5566AC2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9" name="Rectangle 5">
                <a:extLst>
                  <a:ext uri="{FF2B5EF4-FFF2-40B4-BE49-F238E27FC236}">
                    <a16:creationId xmlns:a16="http://schemas.microsoft.com/office/drawing/2014/main" id="{36AA4774-16A2-494A-BAB0-A478AD2A1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70" name="Rectangle 6">
                <a:extLst>
                  <a:ext uri="{FF2B5EF4-FFF2-40B4-BE49-F238E27FC236}">
                    <a16:creationId xmlns:a16="http://schemas.microsoft.com/office/drawing/2014/main" id="{688848F5-DC6A-4576-9DC4-4BA777CB8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71" name="Rectangle 7">
                <a:extLst>
                  <a:ext uri="{FF2B5EF4-FFF2-40B4-BE49-F238E27FC236}">
                    <a16:creationId xmlns:a16="http://schemas.microsoft.com/office/drawing/2014/main" id="{A11F3B78-9478-484E-97D5-19827BA6C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81EBFC94-8491-481D-A79C-FCE088BDD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FDD8945E-50F6-4375-9235-85092C4E3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51" name="Rectangle 6">
              <a:extLst>
                <a:ext uri="{FF2B5EF4-FFF2-40B4-BE49-F238E27FC236}">
                  <a16:creationId xmlns:a16="http://schemas.microsoft.com/office/drawing/2014/main" id="{CB4CAEB4-1CF0-4BA8-AE00-C1119171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52" name="Rectangle 7">
              <a:extLst>
                <a:ext uri="{FF2B5EF4-FFF2-40B4-BE49-F238E27FC236}">
                  <a16:creationId xmlns:a16="http://schemas.microsoft.com/office/drawing/2014/main" id="{569AA0F4-A194-4C0C-AB3D-C143DE561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66DF46DB-0F5A-4B06-8030-7C134FEB3EBB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64" name="Rectangle 4">
                <a:extLst>
                  <a:ext uri="{FF2B5EF4-FFF2-40B4-BE49-F238E27FC236}">
                    <a16:creationId xmlns:a16="http://schemas.microsoft.com/office/drawing/2014/main" id="{C8F50EBA-DAF4-4D91-91C2-380D008863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A47B5BED-DC62-4839-AE10-18749C3C60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6" name="Rectangle 6">
                <a:extLst>
                  <a:ext uri="{FF2B5EF4-FFF2-40B4-BE49-F238E27FC236}">
                    <a16:creationId xmlns:a16="http://schemas.microsoft.com/office/drawing/2014/main" id="{BFC7EBF5-B135-4124-9A5F-174B1A86E1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7" name="Rectangle 7">
                <a:extLst>
                  <a:ext uri="{FF2B5EF4-FFF2-40B4-BE49-F238E27FC236}">
                    <a16:creationId xmlns:a16="http://schemas.microsoft.com/office/drawing/2014/main" id="{2E66F528-8F7D-4CC9-8F35-83CAEE55F5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DE96F9CD-A1D4-4F74-8B17-E5FF2DA1AB48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60" name="Rectangle 4">
                <a:extLst>
                  <a:ext uri="{FF2B5EF4-FFF2-40B4-BE49-F238E27FC236}">
                    <a16:creationId xmlns:a16="http://schemas.microsoft.com/office/drawing/2014/main" id="{E11034E0-6496-4BD9-95B4-4AFCF7C270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BE857289-AB67-40AB-AC78-FF96AA8B30D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2" name="Rectangle 6">
                <a:extLst>
                  <a:ext uri="{FF2B5EF4-FFF2-40B4-BE49-F238E27FC236}">
                    <a16:creationId xmlns:a16="http://schemas.microsoft.com/office/drawing/2014/main" id="{18E65253-31EC-40A5-A918-01F909149F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3" name="Rectangle 7">
                <a:extLst>
                  <a:ext uri="{FF2B5EF4-FFF2-40B4-BE49-F238E27FC236}">
                    <a16:creationId xmlns:a16="http://schemas.microsoft.com/office/drawing/2014/main" id="{EF2BE753-3147-4B6E-9D41-893CCB3791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FC6B0148-3EC2-448D-81BB-9BEF05807EE2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56" name="Rectangle 4">
                <a:extLst>
                  <a:ext uri="{FF2B5EF4-FFF2-40B4-BE49-F238E27FC236}">
                    <a16:creationId xmlns:a16="http://schemas.microsoft.com/office/drawing/2014/main" id="{93558782-33FC-43A9-8AEE-1048C187C4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AF427A98-8D72-4B66-8466-75E8156C2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8" name="Rectangle 6">
                <a:extLst>
                  <a:ext uri="{FF2B5EF4-FFF2-40B4-BE49-F238E27FC236}">
                    <a16:creationId xmlns:a16="http://schemas.microsoft.com/office/drawing/2014/main" id="{0B3EBE21-493D-4F8B-AFC0-B47144CFB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9" name="Rectangle 7">
                <a:extLst>
                  <a:ext uri="{FF2B5EF4-FFF2-40B4-BE49-F238E27FC236}">
                    <a16:creationId xmlns:a16="http://schemas.microsoft.com/office/drawing/2014/main" id="{3F80AB72-CE20-4D36-8698-AE4992E8A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667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3FD9F96-2FB4-46BE-827C-3637F91CED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4421176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5" name="think-cell Folie" r:id="rId4" imgW="421" imgH="420" progId="TCLayout.ActiveDocument.1">
                  <p:embed/>
                </p:oleObj>
              </mc:Choice>
              <mc:Fallback>
                <p:oleObj name="think-cell Foli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67678" y="188916"/>
            <a:ext cx="4233984" cy="1152525"/>
          </a:xfrm>
          <a:prstGeom prst="rect">
            <a:avLst/>
          </a:prstGeom>
        </p:spPr>
        <p:txBody>
          <a:bodyPr vert="horz"/>
          <a:lstStyle/>
          <a:p>
            <a:r>
              <a:rPr lang="de-DE"/>
              <a:t>Titelmasterformat durch Klicken bearbeiten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3C7CA311-02A7-42C6-B9A8-65651C1EA732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370BB063-7769-4136-AC19-F338229CAA3B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67" name="Rectangle 4">
                <a:extLst>
                  <a:ext uri="{FF2B5EF4-FFF2-40B4-BE49-F238E27FC236}">
                    <a16:creationId xmlns:a16="http://schemas.microsoft.com/office/drawing/2014/main" id="{B1FF4A24-62AB-4E0E-A8C1-B44A9E97B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8" name="Rectangle 5">
                <a:extLst>
                  <a:ext uri="{FF2B5EF4-FFF2-40B4-BE49-F238E27FC236}">
                    <a16:creationId xmlns:a16="http://schemas.microsoft.com/office/drawing/2014/main" id="{8CE86C7C-0F7E-456C-8E7B-3FB9671A1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9" name="Rectangle 6">
                <a:extLst>
                  <a:ext uri="{FF2B5EF4-FFF2-40B4-BE49-F238E27FC236}">
                    <a16:creationId xmlns:a16="http://schemas.microsoft.com/office/drawing/2014/main" id="{F5E57EB1-6F03-4F7B-9051-C0AA09C69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70" name="Rectangle 7">
                <a:extLst>
                  <a:ext uri="{FF2B5EF4-FFF2-40B4-BE49-F238E27FC236}">
                    <a16:creationId xmlns:a16="http://schemas.microsoft.com/office/drawing/2014/main" id="{373AE0BD-EAAF-4FBF-8C5F-590A70980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204966DD-5643-4884-8893-C43E413A6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B8ACFF39-6D4C-4AD2-96A4-CAC5752DD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E40F738D-1492-49B9-86D3-810DBE0FD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51" name="Rectangle 7">
              <a:extLst>
                <a:ext uri="{FF2B5EF4-FFF2-40B4-BE49-F238E27FC236}">
                  <a16:creationId xmlns:a16="http://schemas.microsoft.com/office/drawing/2014/main" id="{B619BABF-08CB-4F73-BC83-82B7C3DCB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ED8F00A0-5369-4144-9231-8B86246DFE64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63" name="Rectangle 4">
                <a:extLst>
                  <a:ext uri="{FF2B5EF4-FFF2-40B4-BE49-F238E27FC236}">
                    <a16:creationId xmlns:a16="http://schemas.microsoft.com/office/drawing/2014/main" id="{5D24C364-0DFB-4520-A3D5-B5AFC4A62F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4" name="Rectangle 5">
                <a:extLst>
                  <a:ext uri="{FF2B5EF4-FFF2-40B4-BE49-F238E27FC236}">
                    <a16:creationId xmlns:a16="http://schemas.microsoft.com/office/drawing/2014/main" id="{F7577497-5D31-4156-A640-0B6B3CF0BD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5" name="Rectangle 6">
                <a:extLst>
                  <a:ext uri="{FF2B5EF4-FFF2-40B4-BE49-F238E27FC236}">
                    <a16:creationId xmlns:a16="http://schemas.microsoft.com/office/drawing/2014/main" id="{00F8AB6F-1A68-49F5-8FB9-943141CE32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6" name="Rectangle 7">
                <a:extLst>
                  <a:ext uri="{FF2B5EF4-FFF2-40B4-BE49-F238E27FC236}">
                    <a16:creationId xmlns:a16="http://schemas.microsoft.com/office/drawing/2014/main" id="{E90ECC7F-7F34-4071-AD61-62C8204C5D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62A870A9-FE85-48A1-B97F-4D1A1B5BBC61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59" name="Rectangle 4">
                <a:extLst>
                  <a:ext uri="{FF2B5EF4-FFF2-40B4-BE49-F238E27FC236}">
                    <a16:creationId xmlns:a16="http://schemas.microsoft.com/office/drawing/2014/main" id="{6B7A5730-6CBD-496D-9E6B-B5685B2C3C6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0" name="Rectangle 5">
                <a:extLst>
                  <a:ext uri="{FF2B5EF4-FFF2-40B4-BE49-F238E27FC236}">
                    <a16:creationId xmlns:a16="http://schemas.microsoft.com/office/drawing/2014/main" id="{FFAE19E7-0E3E-4D05-8F97-826D93FC41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1" name="Rectangle 6">
                <a:extLst>
                  <a:ext uri="{FF2B5EF4-FFF2-40B4-BE49-F238E27FC236}">
                    <a16:creationId xmlns:a16="http://schemas.microsoft.com/office/drawing/2014/main" id="{55CB41DB-8590-4819-9BB8-01C7F4C49E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2" name="Rectangle 7">
                <a:extLst>
                  <a:ext uri="{FF2B5EF4-FFF2-40B4-BE49-F238E27FC236}">
                    <a16:creationId xmlns:a16="http://schemas.microsoft.com/office/drawing/2014/main" id="{4EE88760-FE35-4323-B3BF-FD3C7E308F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E104260F-F465-425B-B0F0-7D47C6AD0595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55" name="Rectangle 4">
                <a:extLst>
                  <a:ext uri="{FF2B5EF4-FFF2-40B4-BE49-F238E27FC236}">
                    <a16:creationId xmlns:a16="http://schemas.microsoft.com/office/drawing/2014/main" id="{378AC9D5-875C-49AA-9873-7AE273A05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6" name="Rectangle 5">
                <a:extLst>
                  <a:ext uri="{FF2B5EF4-FFF2-40B4-BE49-F238E27FC236}">
                    <a16:creationId xmlns:a16="http://schemas.microsoft.com/office/drawing/2014/main" id="{DA056EE9-C8D6-4E50-959B-E9CA80483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7" name="Rectangle 6">
                <a:extLst>
                  <a:ext uri="{FF2B5EF4-FFF2-40B4-BE49-F238E27FC236}">
                    <a16:creationId xmlns:a16="http://schemas.microsoft.com/office/drawing/2014/main" id="{1070F758-3E93-48E5-90CA-BE64AC0E9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8" name="Rectangle 7">
                <a:extLst>
                  <a:ext uri="{FF2B5EF4-FFF2-40B4-BE49-F238E27FC236}">
                    <a16:creationId xmlns:a16="http://schemas.microsoft.com/office/drawing/2014/main" id="{DB3A8CA9-2849-45DD-AB6C-067BF12B1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166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34FB9A4D-CFB7-4EA1-B629-E317DA4FDA6B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1AF7D3EA-58CA-484B-8C8A-BE21C155518C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64" name="Rectangle 4">
                <a:extLst>
                  <a:ext uri="{FF2B5EF4-FFF2-40B4-BE49-F238E27FC236}">
                    <a16:creationId xmlns:a16="http://schemas.microsoft.com/office/drawing/2014/main" id="{D85E44E4-42B9-4F73-B39E-1C435B636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1C9C98B5-CC16-4C10-86D0-35BB8578E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6" name="Rectangle 6">
                <a:extLst>
                  <a:ext uri="{FF2B5EF4-FFF2-40B4-BE49-F238E27FC236}">
                    <a16:creationId xmlns:a16="http://schemas.microsoft.com/office/drawing/2014/main" id="{672EA40D-B82A-40F5-A35E-51A407CBB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7" name="Rectangle 7">
                <a:extLst>
                  <a:ext uri="{FF2B5EF4-FFF2-40B4-BE49-F238E27FC236}">
                    <a16:creationId xmlns:a16="http://schemas.microsoft.com/office/drawing/2014/main" id="{8F902EB2-1255-491B-897C-DC1043406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id="{83523A44-264F-4912-BD37-59271E81A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4C711463-0B5A-431F-9577-6AAEB764A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0A107E3B-B17D-48DF-A14A-0E40CCBCC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48" name="Rectangle 7">
              <a:extLst>
                <a:ext uri="{FF2B5EF4-FFF2-40B4-BE49-F238E27FC236}">
                  <a16:creationId xmlns:a16="http://schemas.microsoft.com/office/drawing/2014/main" id="{26B37A0E-81F2-415D-942C-D9B24BC89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A7C5F336-9484-4D7A-B260-7746E4C4DDBA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60" name="Rectangle 4">
                <a:extLst>
                  <a:ext uri="{FF2B5EF4-FFF2-40B4-BE49-F238E27FC236}">
                    <a16:creationId xmlns:a16="http://schemas.microsoft.com/office/drawing/2014/main" id="{33A5157F-5112-4A42-96D4-8E37E97518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3DB31CC4-F5B1-40DB-95F1-C7035AF929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2" name="Rectangle 6">
                <a:extLst>
                  <a:ext uri="{FF2B5EF4-FFF2-40B4-BE49-F238E27FC236}">
                    <a16:creationId xmlns:a16="http://schemas.microsoft.com/office/drawing/2014/main" id="{52D23988-612F-4322-B7A5-2370A213F5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3" name="Rectangle 7">
                <a:extLst>
                  <a:ext uri="{FF2B5EF4-FFF2-40B4-BE49-F238E27FC236}">
                    <a16:creationId xmlns:a16="http://schemas.microsoft.com/office/drawing/2014/main" id="{118B62B5-E10B-431F-85C2-0C8F715A79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2657DEAA-C21C-43AB-A07C-7D58F617B459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56" name="Rectangle 4">
                <a:extLst>
                  <a:ext uri="{FF2B5EF4-FFF2-40B4-BE49-F238E27FC236}">
                    <a16:creationId xmlns:a16="http://schemas.microsoft.com/office/drawing/2014/main" id="{695F7F70-6A45-428D-8D97-F697E5A336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8918824C-CDF7-4436-A0E9-1A3037BAFD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8" name="Rectangle 6">
                <a:extLst>
                  <a:ext uri="{FF2B5EF4-FFF2-40B4-BE49-F238E27FC236}">
                    <a16:creationId xmlns:a16="http://schemas.microsoft.com/office/drawing/2014/main" id="{9EBD26A4-5FA4-4C79-B60C-CFB615B3A5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9" name="Rectangle 7">
                <a:extLst>
                  <a:ext uri="{FF2B5EF4-FFF2-40B4-BE49-F238E27FC236}">
                    <a16:creationId xmlns:a16="http://schemas.microsoft.com/office/drawing/2014/main" id="{8D374946-77AF-4169-AF83-D9E6D6C55A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E674BBA8-45C0-45E5-AA44-83022021BC1B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52" name="Rectangle 4">
                <a:extLst>
                  <a:ext uri="{FF2B5EF4-FFF2-40B4-BE49-F238E27FC236}">
                    <a16:creationId xmlns:a16="http://schemas.microsoft.com/office/drawing/2014/main" id="{D9922AFF-0FB9-4D59-9C78-08EF6EF6B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3" name="Rectangle 5">
                <a:extLst>
                  <a:ext uri="{FF2B5EF4-FFF2-40B4-BE49-F238E27FC236}">
                    <a16:creationId xmlns:a16="http://schemas.microsoft.com/office/drawing/2014/main" id="{5AE2E8C7-4553-42CC-9189-D255BDA46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4" name="Rectangle 6">
                <a:extLst>
                  <a:ext uri="{FF2B5EF4-FFF2-40B4-BE49-F238E27FC236}">
                    <a16:creationId xmlns:a16="http://schemas.microsoft.com/office/drawing/2014/main" id="{A5731018-9DCB-4E4C-AEA9-0162113A2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5" name="Rectangle 7">
                <a:extLst>
                  <a:ext uri="{FF2B5EF4-FFF2-40B4-BE49-F238E27FC236}">
                    <a16:creationId xmlns:a16="http://schemas.microsoft.com/office/drawing/2014/main" id="{8EEE3825-9F5A-43A5-9C8A-1671ABAF4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330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rmatvorlag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C086B78-E4FC-433E-996B-23A93274491D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E5145C8C-78F4-43D8-9A89-8399352E6D7A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64" name="Rectangle 4">
                <a:extLst>
                  <a:ext uri="{FF2B5EF4-FFF2-40B4-BE49-F238E27FC236}">
                    <a16:creationId xmlns:a16="http://schemas.microsoft.com/office/drawing/2014/main" id="{3942936F-34E1-4837-8E3C-B6875C306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E0B47133-A74D-4576-851F-EC7F410A3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6" name="Rectangle 6">
                <a:extLst>
                  <a:ext uri="{FF2B5EF4-FFF2-40B4-BE49-F238E27FC236}">
                    <a16:creationId xmlns:a16="http://schemas.microsoft.com/office/drawing/2014/main" id="{93568687-7597-44BC-BE56-4A3DEDC8D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7" name="Rectangle 7">
                <a:extLst>
                  <a:ext uri="{FF2B5EF4-FFF2-40B4-BE49-F238E27FC236}">
                    <a16:creationId xmlns:a16="http://schemas.microsoft.com/office/drawing/2014/main" id="{55B22016-103F-4220-8360-F8920BF25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id="{9EFDA1F9-9C25-42A0-8508-B00DFBDD7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FD42424D-59D1-4605-83B4-43FF8C44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40A7D95D-2DCA-4DF8-91E6-5DB091B5F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48" name="Rectangle 7">
              <a:extLst>
                <a:ext uri="{FF2B5EF4-FFF2-40B4-BE49-F238E27FC236}">
                  <a16:creationId xmlns:a16="http://schemas.microsoft.com/office/drawing/2014/main" id="{57B92F74-C956-4080-B8AF-BF901250C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EFF1E0DD-67E4-49F2-8F21-031B0698EFD3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60" name="Rectangle 4">
                <a:extLst>
                  <a:ext uri="{FF2B5EF4-FFF2-40B4-BE49-F238E27FC236}">
                    <a16:creationId xmlns:a16="http://schemas.microsoft.com/office/drawing/2014/main" id="{0B567937-ACE8-472B-BF95-1C65FEFEA6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63160BF4-13DE-4C71-8D97-3C4FAAD685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62" name="Rectangle 6">
                <a:extLst>
                  <a:ext uri="{FF2B5EF4-FFF2-40B4-BE49-F238E27FC236}">
                    <a16:creationId xmlns:a16="http://schemas.microsoft.com/office/drawing/2014/main" id="{BE3CA962-8346-4AE9-8EEC-C4D2B069C0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63" name="Rectangle 7">
                <a:extLst>
                  <a:ext uri="{FF2B5EF4-FFF2-40B4-BE49-F238E27FC236}">
                    <a16:creationId xmlns:a16="http://schemas.microsoft.com/office/drawing/2014/main" id="{0332DFB1-7C7B-4AFF-88FC-8C95A1579B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06EDC366-5C46-40FF-921B-00C107C42B4B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56" name="Rectangle 4">
                <a:extLst>
                  <a:ext uri="{FF2B5EF4-FFF2-40B4-BE49-F238E27FC236}">
                    <a16:creationId xmlns:a16="http://schemas.microsoft.com/office/drawing/2014/main" id="{A02579F0-EB12-4B61-9CDA-1E4FD7E89D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C290C841-622C-4850-9347-194AEE8A70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8" name="Rectangle 6">
                <a:extLst>
                  <a:ext uri="{FF2B5EF4-FFF2-40B4-BE49-F238E27FC236}">
                    <a16:creationId xmlns:a16="http://schemas.microsoft.com/office/drawing/2014/main" id="{D3C8AFE6-421D-4FDC-A281-8FD6990D6B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9" name="Rectangle 7">
                <a:extLst>
                  <a:ext uri="{FF2B5EF4-FFF2-40B4-BE49-F238E27FC236}">
                    <a16:creationId xmlns:a16="http://schemas.microsoft.com/office/drawing/2014/main" id="{E54E2E30-8F40-499F-8419-F40EB9E4D0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6FFE364D-ABDC-4543-AAEB-6FF9369B6FA9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52" name="Rectangle 4">
                <a:extLst>
                  <a:ext uri="{FF2B5EF4-FFF2-40B4-BE49-F238E27FC236}">
                    <a16:creationId xmlns:a16="http://schemas.microsoft.com/office/drawing/2014/main" id="{040EFD5E-E073-42CB-BD56-F1659A82F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3" name="Rectangle 5">
                <a:extLst>
                  <a:ext uri="{FF2B5EF4-FFF2-40B4-BE49-F238E27FC236}">
                    <a16:creationId xmlns:a16="http://schemas.microsoft.com/office/drawing/2014/main" id="{751CFFFC-4666-4900-B615-0674F0E54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4" name="Rectangle 6">
                <a:extLst>
                  <a:ext uri="{FF2B5EF4-FFF2-40B4-BE49-F238E27FC236}">
                    <a16:creationId xmlns:a16="http://schemas.microsoft.com/office/drawing/2014/main" id="{F73E465C-15AB-406F-8FAF-A36DF6296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5" name="Rectangle 7">
                <a:extLst>
                  <a:ext uri="{FF2B5EF4-FFF2-40B4-BE49-F238E27FC236}">
                    <a16:creationId xmlns:a16="http://schemas.microsoft.com/office/drawing/2014/main" id="{DCA92FC2-AC85-4B95-A25F-85E1E4089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337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Objekt 61" hidden="1">
            <a:extLst>
              <a:ext uri="{FF2B5EF4-FFF2-40B4-BE49-F238E27FC236}">
                <a16:creationId xmlns:a16="http://schemas.microsoft.com/office/drawing/2014/main" id="{0A587DF2-9BD8-44AA-AAE5-916FFD524B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2647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6863" y="801690"/>
            <a:ext cx="477303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079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de-DE" i="1" dirty="0" smtClean="0">
                <a:latin typeface="Arial" charset="0"/>
                <a:cs typeface="+mn-cs"/>
              </a:defRPr>
            </a:lvl1pPr>
          </a:lstStyle>
          <a:p>
            <a:pPr lvl="0" eaLnBrk="0" hangingPunct="0"/>
            <a:r>
              <a:rPr lang="de-DE" dirty="0"/>
              <a:t>Formatvorlagen des Textmasters bearbeiten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6863" y="1116013"/>
            <a:ext cx="4773033" cy="4711700"/>
          </a:xfrm>
          <a:prstGeom prst="rect">
            <a:avLst/>
          </a:prstGeom>
        </p:spPr>
        <p:txBody>
          <a:bodyPr/>
          <a:lstStyle>
            <a:lvl1pPr marL="216000" indent="-216000" algn="l" defTabSz="21590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  <a:defRPr lang="de-DE" dirty="0" smtClean="0"/>
            </a:lvl1pPr>
            <a:lvl2pPr marL="432000" indent="-216000" algn="l" defTabSz="21590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–"/>
              <a:tabLst>
                <a:tab pos="431800" algn="l"/>
              </a:tabLst>
              <a:defRPr lang="de-DE" dirty="0" smtClean="0"/>
            </a:lvl2pPr>
            <a:lvl3pPr marL="648000" indent="-215900" algn="l" defTabSz="2159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47700" algn="l"/>
              </a:tabLst>
              <a:defRPr lang="de-DE" dirty="0" smtClean="0"/>
            </a:lvl3pPr>
            <a:lvl4pPr>
              <a:buClr>
                <a:schemeClr val="accent2"/>
              </a:buClr>
              <a:defRPr lang="de-DE" dirty="0" smtClean="0"/>
            </a:lvl4pPr>
          </a:lstStyle>
          <a:p>
            <a:pPr marL="216000" lvl="0" indent="-216000" algn="l" defTabSz="21590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dirty="0"/>
              <a:t>Erste Ebene</a:t>
            </a:r>
          </a:p>
          <a:p>
            <a:pPr marL="432000" lvl="1" indent="-216000" algn="l" defTabSz="21590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–"/>
              <a:tabLst>
                <a:tab pos="431800" algn="l"/>
              </a:tabLst>
            </a:pPr>
            <a:r>
              <a:rPr lang="de-DE" dirty="0"/>
              <a:t>Zweite Ebene</a:t>
            </a:r>
          </a:p>
          <a:p>
            <a:pPr marL="648000" lvl="2" indent="-215900" algn="l" defTabSz="2159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47700" algn="l"/>
              </a:tabLst>
            </a:pPr>
            <a:r>
              <a:rPr lang="de-DE" dirty="0"/>
              <a:t>Dritte Ebene</a:t>
            </a:r>
          </a:p>
        </p:txBody>
      </p:sp>
      <p:sp>
        <p:nvSpPr>
          <p:cNvPr id="6" name="Titelplatzhalter 2"/>
          <p:cNvSpPr>
            <a:spLocks noGrp="1"/>
          </p:cNvSpPr>
          <p:nvPr>
            <p:ph type="title" hasCustomPrompt="1"/>
          </p:nvPr>
        </p:nvSpPr>
        <p:spPr>
          <a:xfrm>
            <a:off x="386863" y="100020"/>
            <a:ext cx="4773033" cy="6127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pPr lvl="0"/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C2794E49-0ACA-494E-A08E-EC187BF52F93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4D656684-DCB2-461F-B08F-D0A5F97E14AE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4239F9A2-74EC-4D1E-B1AA-19AF74394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EA1D1964-05F1-402F-A169-0B1F5D4DF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39AC9D57-C89B-4452-9E76-C2B6C0F60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17" name="Rectangle 7">
                <a:extLst>
                  <a:ext uri="{FF2B5EF4-FFF2-40B4-BE49-F238E27FC236}">
                    <a16:creationId xmlns:a16="http://schemas.microsoft.com/office/drawing/2014/main" id="{A1DB54F5-6F62-475D-B7A8-7635542FA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B4623948-4782-4D63-9CCD-F12519056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82D10A2D-99FA-4FA7-AB99-8346296E3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AF69DBFA-598E-4135-A968-63C11A01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38" name="Rectangle 7">
              <a:extLst>
                <a:ext uri="{FF2B5EF4-FFF2-40B4-BE49-F238E27FC236}">
                  <a16:creationId xmlns:a16="http://schemas.microsoft.com/office/drawing/2014/main" id="{155CC02A-5033-48D1-9DE1-1605F44F0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E4AB66E9-CC52-43EA-82EF-4BBB90733DE1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39" name="Rectangle 4">
                <a:extLst>
                  <a:ext uri="{FF2B5EF4-FFF2-40B4-BE49-F238E27FC236}">
                    <a16:creationId xmlns:a16="http://schemas.microsoft.com/office/drawing/2014/main" id="{BA3013A2-3E54-4D02-B8E0-BD7E8C5978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40" name="Rectangle 5">
                <a:extLst>
                  <a:ext uri="{FF2B5EF4-FFF2-40B4-BE49-F238E27FC236}">
                    <a16:creationId xmlns:a16="http://schemas.microsoft.com/office/drawing/2014/main" id="{6C12622C-C498-4FA8-8A3D-7EFE48B80F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41" name="Rectangle 6">
                <a:extLst>
                  <a:ext uri="{FF2B5EF4-FFF2-40B4-BE49-F238E27FC236}">
                    <a16:creationId xmlns:a16="http://schemas.microsoft.com/office/drawing/2014/main" id="{6A6C5CF2-2C8A-4996-84CC-A26187664D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56F76564-F570-469A-A27A-4A3B7AF6AF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BAD9FEFD-25D3-409E-8FEF-D8DFE2650C36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4A4FFD5F-76E6-4505-BB6E-48C8317BA1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13983ADA-C54F-478F-97AA-0872BFDC81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45" name="Rectangle 6">
                <a:extLst>
                  <a:ext uri="{FF2B5EF4-FFF2-40B4-BE49-F238E27FC236}">
                    <a16:creationId xmlns:a16="http://schemas.microsoft.com/office/drawing/2014/main" id="{36901254-73F0-46DE-B8B5-5F904F42B6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46" name="Rectangle 7">
                <a:extLst>
                  <a:ext uri="{FF2B5EF4-FFF2-40B4-BE49-F238E27FC236}">
                    <a16:creationId xmlns:a16="http://schemas.microsoft.com/office/drawing/2014/main" id="{6C309AB9-F387-4744-860A-D752763751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2D0926EA-66E6-4EB6-8F0E-4D6B4FAACB77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19793ADE-56B4-4636-AF7F-C6A328538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55" name="Rectangle 5">
                <a:extLst>
                  <a:ext uri="{FF2B5EF4-FFF2-40B4-BE49-F238E27FC236}">
                    <a16:creationId xmlns:a16="http://schemas.microsoft.com/office/drawing/2014/main" id="{F14BD49C-4516-4B57-A577-481D71457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56" name="Rectangle 6">
                <a:extLst>
                  <a:ext uri="{FF2B5EF4-FFF2-40B4-BE49-F238E27FC236}">
                    <a16:creationId xmlns:a16="http://schemas.microsoft.com/office/drawing/2014/main" id="{27C5AAF5-4221-463F-B5E5-7613433CA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57" name="Rectangle 7">
                <a:extLst>
                  <a:ext uri="{FF2B5EF4-FFF2-40B4-BE49-F238E27FC236}">
                    <a16:creationId xmlns:a16="http://schemas.microsoft.com/office/drawing/2014/main" id="{8BE7DD59-40F8-4C0D-853E-3906469CE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260807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68A354A3-2023-44FC-99BD-4F3B7B831E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213391493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2" name="think-cell Folie" r:id="rId10" imgW="421" imgH="420" progId="TCLayout.ActiveDocument.1">
                  <p:embed/>
                </p:oleObj>
              </mc:Choice>
              <mc:Fallback>
                <p:oleObj name="think-cell Folie" r:id="rId10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" name="Rectangle 2"/>
          <p:cNvSpPr>
            <a:spLocks noChangeArrowheads="1"/>
          </p:cNvSpPr>
          <p:nvPr userDrawn="1"/>
        </p:nvSpPr>
        <p:spPr bwMode="auto">
          <a:xfrm>
            <a:off x="0" y="0"/>
            <a:ext cx="5875893" cy="68580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67677" y="188916"/>
            <a:ext cx="4820209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6184" y="1412875"/>
            <a:ext cx="4841703" cy="4535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216000" lvl="0" indent="-216000" algn="l" defTabSz="21590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dirty="0"/>
              <a:t>Erste Ebene</a:t>
            </a:r>
          </a:p>
          <a:p>
            <a:pPr marL="432000" lvl="1" indent="-216000" algn="l" defTabSz="21590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–"/>
              <a:tabLst>
                <a:tab pos="431800" algn="l"/>
              </a:tabLst>
            </a:pPr>
            <a:r>
              <a:rPr lang="de-DE" dirty="0"/>
              <a:t>Zweite Ebene</a:t>
            </a:r>
          </a:p>
          <a:p>
            <a:pPr marL="648000" lvl="2" indent="-215900" algn="l" defTabSz="215900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47700" algn="l"/>
              </a:tabLst>
            </a:pPr>
            <a:r>
              <a:rPr lang="de-DE" dirty="0"/>
              <a:t>Dritte Ebene</a:t>
            </a:r>
          </a:p>
        </p:txBody>
      </p:sp>
      <p:sp>
        <p:nvSpPr>
          <p:cNvPr id="2053" name="Rectangle 5"/>
          <p:cNvSpPr>
            <a:spLocks noChangeArrowheads="1"/>
          </p:cNvSpPr>
          <p:nvPr userDrawn="1"/>
        </p:nvSpPr>
        <p:spPr bwMode="auto">
          <a:xfrm>
            <a:off x="11590893" y="0"/>
            <a:ext cx="601108" cy="68580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/>
            <a:endParaRPr lang="de-DE">
              <a:cs typeface="Arial" panose="020B0604020202020204" pitchFamily="34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 userDrawn="1"/>
        </p:nvSpPr>
        <p:spPr bwMode="auto">
          <a:xfrm>
            <a:off x="246185" y="6597653"/>
            <a:ext cx="1627554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0"/>
          <a:lstStyle>
            <a:lvl1pPr defTabSz="1042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42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42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42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42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ct val="30000"/>
              </a:spcAft>
              <a:defRPr/>
            </a:pP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A568BED7-5B47-45E1-A749-F1606F2645DF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 eaLnBrk="1" hangingPunct="1">
                <a:spcAft>
                  <a:spcPct val="30000"/>
                </a:spcAft>
                <a:defRPr/>
              </a:pPr>
              <a:t>‹Nr.›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0" y="0"/>
            <a:ext cx="450166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8C8C8"/>
                </a:solidFill>
              </a14:hiddenFill>
            </a:ext>
            <a:ext uri="{91240B29-F687-4F45-9708-019B960494DF}">
              <a14:hiddenLine xmlns:a14="http://schemas.microsoft.com/office/drawing/2010/main" w="21590" algn="ctr">
                <a:solidFill>
                  <a:srgbClr val="DC0000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 userDrawn="1"/>
        </p:nvSpPr>
        <p:spPr bwMode="auto">
          <a:xfrm>
            <a:off x="12033741" y="0"/>
            <a:ext cx="15826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8C8C8"/>
                </a:solidFill>
              </a14:hiddenFill>
            </a:ext>
            <a:ext uri="{91240B29-F687-4F45-9708-019B960494DF}">
              <a14:hiddenLine xmlns:a14="http://schemas.microsoft.com/office/drawing/2010/main" w="21590" algn="ctr">
                <a:solidFill>
                  <a:srgbClr val="DC0000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15929FEA-3505-473B-95C1-C1C15A1779A0}"/>
              </a:ext>
            </a:extLst>
          </p:cNvPr>
          <p:cNvSpPr/>
          <p:nvPr userDrawn="1"/>
        </p:nvSpPr>
        <p:spPr>
          <a:xfrm>
            <a:off x="2902293" y="6050493"/>
            <a:ext cx="2973600" cy="77758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Hier Abbildung einfügen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FF7D973-941C-408B-9C63-99CB27E6C9B2}"/>
              </a:ext>
            </a:extLst>
          </p:cNvPr>
          <p:cNvGrpSpPr/>
          <p:nvPr userDrawn="1"/>
        </p:nvGrpSpPr>
        <p:grpSpPr>
          <a:xfrm>
            <a:off x="-960784" y="0"/>
            <a:ext cx="792088" cy="6827302"/>
            <a:chOff x="-960784" y="0"/>
            <a:chExt cx="792088" cy="6827302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68B8696-666B-47D4-B2B6-7A2123A067CF}"/>
                </a:ext>
              </a:extLst>
            </p:cNvPr>
            <p:cNvGrpSpPr/>
            <p:nvPr userDrawn="1"/>
          </p:nvGrpSpPr>
          <p:grpSpPr>
            <a:xfrm>
              <a:off x="-960784" y="0"/>
              <a:ext cx="792088" cy="1192189"/>
              <a:chOff x="-960784" y="0"/>
              <a:chExt cx="792088" cy="1192189"/>
            </a:xfrm>
          </p:grpSpPr>
          <p:sp>
            <p:nvSpPr>
              <p:cNvPr id="32" name="Rectangle 4">
                <a:extLst>
                  <a:ext uri="{FF2B5EF4-FFF2-40B4-BE49-F238E27FC236}">
                    <a16:creationId xmlns:a16="http://schemas.microsoft.com/office/drawing/2014/main" id="{A1327D86-33B2-4B99-9541-82598FF9B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0"/>
                <a:ext cx="792088" cy="252000"/>
              </a:xfrm>
              <a:prstGeom prst="rect">
                <a:avLst/>
              </a:prstGeom>
              <a:solidFill>
                <a:srgbClr val="00549F">
                  <a:lumMod val="20000"/>
                  <a:lumOff val="8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33" name="Rectangle 5">
                <a:extLst>
                  <a:ext uri="{FF2B5EF4-FFF2-40B4-BE49-F238E27FC236}">
                    <a16:creationId xmlns:a16="http://schemas.microsoft.com/office/drawing/2014/main" id="{B80CCD93-8D6E-4671-BA2E-1F038DF69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313396"/>
                <a:ext cx="792088" cy="252000"/>
              </a:xfrm>
              <a:prstGeom prst="rect">
                <a:avLst/>
              </a:prstGeom>
              <a:solidFill>
                <a:srgbClr val="00549F">
                  <a:lumMod val="40000"/>
                  <a:lumOff val="6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34" name="Rectangle 6">
                <a:extLst>
                  <a:ext uri="{FF2B5EF4-FFF2-40B4-BE49-F238E27FC236}">
                    <a16:creationId xmlns:a16="http://schemas.microsoft.com/office/drawing/2014/main" id="{33CAB4E5-7230-4FF4-BAD6-11B386149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626792"/>
                <a:ext cx="792088" cy="252000"/>
              </a:xfrm>
              <a:prstGeom prst="rect">
                <a:avLst/>
              </a:prstGeom>
              <a:solidFill>
                <a:srgbClr val="00549F">
                  <a:lumMod val="60000"/>
                  <a:lumOff val="40000"/>
                </a:srgbClr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35" name="Rectangle 7">
                <a:extLst>
                  <a:ext uri="{FF2B5EF4-FFF2-40B4-BE49-F238E27FC236}">
                    <a16:creationId xmlns:a16="http://schemas.microsoft.com/office/drawing/2014/main" id="{6C59CB2F-AD8E-40AA-81B2-1A18DE906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940189"/>
                <a:ext cx="792088" cy="252000"/>
              </a:xfrm>
              <a:prstGeom prst="rect">
                <a:avLst/>
              </a:prstGeom>
              <a:solidFill>
                <a:srgbClr val="00549F"/>
              </a:solidFill>
              <a:ln w="6350">
                <a:solidFill>
                  <a:schemeClr val="tx1"/>
                </a:solidFill>
              </a:ln>
              <a:effectLst/>
              <a:extLst/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23" eaLnBrk="1" fontAlgn="auto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de-DE" kern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E5B5C5AC-84AF-4DF0-B26F-F09BAF8FF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408778"/>
              <a:ext cx="792088" cy="252000"/>
            </a:xfrm>
            <a:prstGeom prst="rect">
              <a:avLst/>
            </a:prstGeom>
            <a:solidFill>
              <a:srgbClr val="A7E2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20 %</a:t>
              </a: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ED5B1295-2131-4065-8D23-A6DC8822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1722174"/>
              <a:ext cx="792088" cy="252000"/>
            </a:xfrm>
            <a:prstGeom prst="rect">
              <a:avLst/>
            </a:prstGeom>
            <a:solidFill>
              <a:srgbClr val="00A4D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 dirty="0">
                  <a:latin typeface="Arial" panose="020B0604020202020204" pitchFamily="34" charset="0"/>
                  <a:cs typeface="Arial" panose="020B0604020202020204" pitchFamily="34" charset="0"/>
                </a:rPr>
                <a:t>40 %</a:t>
              </a: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76D02878-8965-4A19-9115-FACB14A3F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035570"/>
              <a:ext cx="792088" cy="252000"/>
            </a:xfrm>
            <a:prstGeom prst="rect">
              <a:avLst/>
            </a:prstGeom>
            <a:solidFill>
              <a:srgbClr val="005F92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spcBef>
                  <a:spcPct val="3000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lang="de-DE" sz="180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8A140802-E1CD-47D9-A776-D4DE4809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0784" y="2348967"/>
              <a:ext cx="792088" cy="252000"/>
            </a:xfrm>
            <a:prstGeom prst="rect">
              <a:avLst/>
            </a:prstGeom>
            <a:solidFill>
              <a:srgbClr val="00334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>
              <a:lvl1pPr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Frutiger 55 Roman" pitchFamily="34" charset="0"/>
                </a:defRPr>
              </a:lvl1pPr>
              <a:lvl2pPr marL="742950" indent="-285750">
                <a:spcAft>
                  <a:spcPct val="2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2pPr>
              <a:lvl3pPr marL="11430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Frutiger 55 Roman" pitchFamily="34" charset="0"/>
                </a:defRPr>
              </a:lvl3pPr>
              <a:lvl4pPr marL="16002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de-DE" sz="180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BCF12CB1-4950-4151-AA49-BC055F61405C}"/>
                </a:ext>
              </a:extLst>
            </p:cNvPr>
            <p:cNvGrpSpPr/>
            <p:nvPr userDrawn="1"/>
          </p:nvGrpSpPr>
          <p:grpSpPr>
            <a:xfrm>
              <a:off x="-960784" y="4226334"/>
              <a:ext cx="792088" cy="1192189"/>
              <a:chOff x="-960784" y="3306446"/>
              <a:chExt cx="792088" cy="1192189"/>
            </a:xfrm>
          </p:grpSpPr>
          <p:sp>
            <p:nvSpPr>
              <p:cNvPr id="28" name="Rectangle 4">
                <a:extLst>
                  <a:ext uri="{FF2B5EF4-FFF2-40B4-BE49-F238E27FC236}">
                    <a16:creationId xmlns:a16="http://schemas.microsoft.com/office/drawing/2014/main" id="{8781FA3E-4B4B-42BE-BDE9-40DD2D90C0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306446"/>
                <a:ext cx="792088" cy="252000"/>
              </a:xfrm>
              <a:prstGeom prst="rect">
                <a:avLst/>
              </a:prstGeom>
              <a:solidFill>
                <a:srgbClr val="FDC5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C97301D8-41F0-45DB-8B16-2F9E947A87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619842"/>
                <a:ext cx="792088" cy="252000"/>
              </a:xfrm>
              <a:prstGeom prst="rect">
                <a:avLst/>
              </a:prstGeom>
              <a:solidFill>
                <a:srgbClr val="FB8B9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2AFF7A38-B4F9-46FE-86FC-FD0890475B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3933238"/>
                <a:ext cx="792088" cy="252000"/>
              </a:xfrm>
              <a:prstGeom prst="rect">
                <a:avLst/>
              </a:prstGeom>
              <a:solidFill>
                <a:srgbClr val="F9526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31" name="Rectangle 7">
                <a:extLst>
                  <a:ext uri="{FF2B5EF4-FFF2-40B4-BE49-F238E27FC236}">
                    <a16:creationId xmlns:a16="http://schemas.microsoft.com/office/drawing/2014/main" id="{342A808C-D60D-4ED1-A6FE-4DF6DB1807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4246635"/>
                <a:ext cx="792088" cy="252000"/>
              </a:xfrm>
              <a:prstGeom prst="rect">
                <a:avLst/>
              </a:prstGeom>
              <a:solidFill>
                <a:srgbClr val="99051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52BFC0A-A6EF-4223-A435-ADE7C6EED11F}"/>
                </a:ext>
              </a:extLst>
            </p:cNvPr>
            <p:cNvGrpSpPr/>
            <p:nvPr userDrawn="1"/>
          </p:nvGrpSpPr>
          <p:grpSpPr>
            <a:xfrm>
              <a:off x="-960784" y="5635113"/>
              <a:ext cx="792088" cy="1192189"/>
              <a:chOff x="-960784" y="5085953"/>
              <a:chExt cx="792088" cy="1192189"/>
            </a:xfrm>
          </p:grpSpPr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14F558D9-9710-4853-B6BD-61A77C9D26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085953"/>
                <a:ext cx="792088" cy="252000"/>
              </a:xfrm>
              <a:prstGeom prst="rect">
                <a:avLst/>
              </a:prstGeom>
              <a:solidFill>
                <a:srgbClr val="FFDE95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F491853F-5736-449D-8794-605CCB1A57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399349"/>
                <a:ext cx="792088" cy="252000"/>
              </a:xfrm>
              <a:prstGeom prst="rect">
                <a:avLst/>
              </a:prstGeom>
              <a:solidFill>
                <a:srgbClr val="FFCD6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85833786-7FF9-46BA-9A8B-47E4BB05E5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5712745"/>
                <a:ext cx="792088" cy="252000"/>
              </a:xfrm>
              <a:prstGeom prst="rect">
                <a:avLst/>
              </a:prstGeom>
              <a:solidFill>
                <a:srgbClr val="F6A8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27" name="Rectangle 7">
                <a:extLst>
                  <a:ext uri="{FF2B5EF4-FFF2-40B4-BE49-F238E27FC236}">
                    <a16:creationId xmlns:a16="http://schemas.microsoft.com/office/drawing/2014/main" id="{87E2BF78-A1E8-4AF4-89ED-38E9A25BCA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-960784" y="6026142"/>
                <a:ext cx="792088" cy="252000"/>
              </a:xfrm>
              <a:prstGeom prst="rect">
                <a:avLst/>
              </a:prstGeom>
              <a:solidFill>
                <a:srgbClr val="B97E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spcBef>
                    <a:spcPct val="30000"/>
                  </a:spcBef>
                  <a:spcAft>
                    <a:spcPct val="20000"/>
                  </a:spcAft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A4504FB0-85D7-4146-B0AC-E9DC165B1AFE}"/>
                </a:ext>
              </a:extLst>
            </p:cNvPr>
            <p:cNvGrpSpPr/>
            <p:nvPr userDrawn="1"/>
          </p:nvGrpSpPr>
          <p:grpSpPr>
            <a:xfrm>
              <a:off x="-960784" y="2817556"/>
              <a:ext cx="792088" cy="1192189"/>
              <a:chOff x="-960784" y="1640719"/>
              <a:chExt cx="792088" cy="1192189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64C70A37-2F36-412B-B4DA-533BAE96C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640719"/>
                <a:ext cx="792088" cy="252000"/>
              </a:xfrm>
              <a:prstGeom prst="rect">
                <a:avLst/>
              </a:prstGeom>
              <a:solidFill>
                <a:srgbClr val="C8C8C8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20 %</a:t>
                </a:r>
              </a:p>
            </p:txBody>
          </p:sp>
          <p:sp>
            <p:nvSpPr>
              <p:cNvPr id="21" name="Rectangle 5">
                <a:extLst>
                  <a:ext uri="{FF2B5EF4-FFF2-40B4-BE49-F238E27FC236}">
                    <a16:creationId xmlns:a16="http://schemas.microsoft.com/office/drawing/2014/main" id="{AB814FCE-E567-4089-B760-3645A6318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1954115"/>
                <a:ext cx="792088" cy="252000"/>
              </a:xfrm>
              <a:prstGeom prst="rect">
                <a:avLst/>
              </a:prstGeom>
              <a:solidFill>
                <a:srgbClr val="969696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40 %</a:t>
                </a:r>
              </a:p>
            </p:txBody>
          </p:sp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0BE27B58-7300-4EA5-B893-61D4664E3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267511"/>
                <a:ext cx="792088" cy="252000"/>
              </a:xfrm>
              <a:prstGeom prst="rect">
                <a:avLst/>
              </a:prstGeom>
              <a:solidFill>
                <a:srgbClr val="646464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</a:p>
            </p:txBody>
          </p:sp>
          <p:sp>
            <p:nvSpPr>
              <p:cNvPr id="23" name="Rectangle 7">
                <a:extLst>
                  <a:ext uri="{FF2B5EF4-FFF2-40B4-BE49-F238E27FC236}">
                    <a16:creationId xmlns:a16="http://schemas.microsoft.com/office/drawing/2014/main" id="{3E3CC007-0058-4B47-9DED-285A0C382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0784" y="2580908"/>
                <a:ext cx="792088" cy="252000"/>
              </a:xfrm>
              <a:prstGeom prst="rect">
                <a:avLst/>
              </a:prstGeom>
              <a:solidFill>
                <a:srgbClr val="0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0000"/>
                  </a:spcBef>
                  <a:spcAft>
                    <a:spcPct val="2000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Frutiger 55 Roman" pitchFamily="34" charset="0"/>
                  </a:defRPr>
                </a:lvl1pPr>
                <a:lvl2pPr marL="742950" indent="-285750">
                  <a:spcAft>
                    <a:spcPct val="200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2pPr>
                <a:lvl3pPr marL="11430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Frutiger 55 Roman" pitchFamily="34" charset="0"/>
                  </a:defRPr>
                </a:lvl3pPr>
                <a:lvl4pPr marL="16002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 eaLnBrk="1" hangingPunct="1">
                  <a:buClrTx/>
                  <a:buSzTx/>
                  <a:buFontTx/>
                  <a:buNone/>
                </a:pPr>
                <a:r>
                  <a:rPr lang="de-DE" sz="180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33" r:id="rId2"/>
    <p:sldLayoutId id="2147483737" r:id="rId3"/>
    <p:sldLayoutId id="2147483738" r:id="rId4"/>
    <p:sldLayoutId id="2147483778" r:id="rId5"/>
    <p:sldLayoutId id="2147483781" r:id="rId6"/>
  </p:sldLayoutIdLst>
  <p:txStyles>
    <p:titleStyle>
      <a:lvl1pPr algn="l" defTabSz="1043014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1043014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2pPr>
      <a:lvl3pPr algn="l" defTabSz="1043014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3pPr>
      <a:lvl4pPr algn="l" defTabSz="1043014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4pPr>
      <a:lvl5pPr algn="l" defTabSz="1043014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5pPr>
      <a:lvl6pPr marL="457212" algn="l" defTabSz="1043014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6pPr>
      <a:lvl7pPr marL="914423" algn="l" defTabSz="1043014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7pPr>
      <a:lvl8pPr marL="1371634" algn="l" defTabSz="1043014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8pPr>
      <a:lvl9pPr marL="1828846" algn="l" defTabSz="1043014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Frutiger 45 Light" charset="0"/>
        </a:defRPr>
      </a:lvl9pPr>
    </p:titleStyle>
    <p:bodyStyle>
      <a:lvl1pPr marL="180980" indent="-180980" algn="l" rtl="0" eaLnBrk="0" fontAlgn="base" hangingPunct="0">
        <a:spcBef>
          <a:spcPct val="30000"/>
        </a:spcBef>
        <a:spcAft>
          <a:spcPct val="20000"/>
        </a:spcAft>
        <a:buClr>
          <a:schemeClr val="accent2"/>
        </a:buClr>
        <a:buSzPct val="90000"/>
        <a:buFont typeface="Wingdings" panose="05000000000000000000" pitchFamily="2" charset="2"/>
        <a:buChar char="n"/>
        <a:tabLst>
          <a:tab pos="180980" algn="l"/>
          <a:tab pos="447686" algn="l"/>
          <a:tab pos="981099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1pPr>
      <a:lvl2pPr marL="180980" indent="-180980" algn="l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Char char="-"/>
        <a:tabLst>
          <a:tab pos="180980" algn="l"/>
          <a:tab pos="447686" algn="l"/>
          <a:tab pos="981099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2pPr>
      <a:lvl3pPr marL="432100" indent="0" algn="l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Font typeface="Wingdings" panose="05000000000000000000" pitchFamily="2" charset="2"/>
        <a:buNone/>
        <a:tabLst>
          <a:tab pos="180980" algn="l"/>
          <a:tab pos="447686" algn="l"/>
          <a:tab pos="981099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3pPr>
      <a:lvl4pPr marL="1431961" indent="-173042" algn="l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Font typeface="Wingdings" panose="05000000000000000000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4pPr>
      <a:lvl5pPr marL="1793920" indent="-180980" algn="l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Font typeface="Wingdings" panose="05000000000000000000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5pPr>
      <a:lvl6pPr marL="2251131" indent="-180980" algn="l" rtl="0" fontAlgn="base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6pPr>
      <a:lvl7pPr marL="2708343" indent="-180980" algn="l" rtl="0" fontAlgn="base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7pPr>
      <a:lvl8pPr marL="3165554" indent="-180980" algn="l" rtl="0" fontAlgn="base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8pPr>
      <a:lvl9pPr marL="3622765" indent="-180980" algn="l" rtl="0" fontAlgn="base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180980" algn="l"/>
          <a:tab pos="447686" algn="l"/>
          <a:tab pos="981099" algn="l"/>
        </a:tabLst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B3ECF67-36EA-4C99-B637-8C2FF9560B6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8075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think-cell Folie" r:id="rId4" imgW="352" imgH="346" progId="TCLayout.ActiveDocument.1">
                  <p:embed/>
                </p:oleObj>
              </mc:Choice>
              <mc:Fallback>
                <p:oleObj name="think-cell Folie" r:id="rId4" imgW="352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/>
          <p:cNvSpPr>
            <a:spLocks noGrp="1"/>
          </p:cNvSpPr>
          <p:nvPr>
            <p:ph type="ctrTitle"/>
          </p:nvPr>
        </p:nvSpPr>
        <p:spPr>
          <a:xfrm>
            <a:off x="386863" y="2487600"/>
            <a:ext cx="9282000" cy="797384"/>
          </a:xfrm>
        </p:spPr>
        <p:txBody>
          <a:bodyPr vert="horz">
            <a:noAutofit/>
          </a:bodyPr>
          <a:lstStyle/>
          <a:p>
            <a:r>
              <a:rPr lang="de-DE" sz="2800" dirty="0"/>
              <a:t>Titel der Abschlussarbeit</a:t>
            </a:r>
          </a:p>
        </p:txBody>
      </p:sp>
      <p:sp>
        <p:nvSpPr>
          <p:cNvPr id="5" name="Untertitel 2"/>
          <p:cNvSpPr>
            <a:spLocks noGrp="1"/>
          </p:cNvSpPr>
          <p:nvPr>
            <p:ph type="subTitle" idx="1"/>
          </p:nvPr>
        </p:nvSpPr>
        <p:spPr>
          <a:xfrm>
            <a:off x="386863" y="3789040"/>
            <a:ext cx="9282000" cy="2088232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Abbildungen und Diagramme</a:t>
            </a:r>
          </a:p>
          <a:p>
            <a:r>
              <a:rPr lang="de-DE" dirty="0"/>
              <a:t>Projekt-/Bachelor-/Masterarbeit </a:t>
            </a:r>
          </a:p>
          <a:p>
            <a:r>
              <a:rPr lang="de-DE" dirty="0"/>
              <a:t>Name: Name Student</a:t>
            </a:r>
          </a:p>
          <a:p>
            <a:r>
              <a:rPr lang="de-DE" dirty="0"/>
              <a:t>Betreuer: Name Betreuer</a:t>
            </a:r>
          </a:p>
          <a:p>
            <a:endParaRPr lang="de-DE" dirty="0"/>
          </a:p>
          <a:p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44519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9C1A480D-C355-4945-8CD6-E98D0B7BFDB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86645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think-cell Folie" r:id="rId4" imgW="352" imgH="346" progId="TCLayout.ActiveDocument.1">
                  <p:embed/>
                </p:oleObj>
              </mc:Choice>
              <mc:Fallback>
                <p:oleObj name="think-cell Folie" r:id="rId4" imgW="352" imgH="34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9C1A480D-C355-4945-8CD6-E98D0B7BFD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386864" y="801690"/>
            <a:ext cx="5081570" cy="1649682"/>
          </a:xfrm>
        </p:spPr>
        <p:txBody>
          <a:bodyPr/>
          <a:lstStyle/>
          <a:p>
            <a:pPr marL="216000" lvl="1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b="1" dirty="0"/>
              <a:t>Alle</a:t>
            </a:r>
            <a:r>
              <a:rPr lang="de-DE" dirty="0"/>
              <a:t> in der Abschlussarbeit verwendeten Abbildungen müssen mit Abgabe der Arbeit zusätzlich in einer PowerPoint Präsentation zusammengestellt werden</a:t>
            </a:r>
          </a:p>
          <a:p>
            <a:pPr marL="216000" lvl="1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dirty="0"/>
              <a:t>Der Studierende nutzt die Schriftart, Strichstärke sowie Farbpaletten dieser Folie. Die ersten vier Farbtöne in der oberen linken Ecke werden immer bevorzugt.</a:t>
            </a:r>
          </a:p>
          <a:p>
            <a:pPr marL="0" indent="0">
              <a:buNone/>
            </a:pPr>
            <a:endParaRPr lang="de-DE" sz="1400" i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86864" y="100020"/>
            <a:ext cx="5081570" cy="612775"/>
          </a:xfrm>
        </p:spPr>
        <p:txBody>
          <a:bodyPr vert="horz">
            <a:normAutofit/>
          </a:bodyPr>
          <a:lstStyle/>
          <a:p>
            <a:r>
              <a:rPr lang="de-DE" sz="2000" dirty="0">
                <a:solidFill>
                  <a:schemeClr val="tx1"/>
                </a:solidFill>
              </a:rPr>
              <a:t>Pflichten des Studierenden</a:t>
            </a: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gray">
          <a:xfrm>
            <a:off x="551384" y="4951164"/>
            <a:ext cx="4917049" cy="594221"/>
          </a:xfrm>
          <a:prstGeom prst="roundRect">
            <a:avLst>
              <a:gd name="adj" fmla="val 16667"/>
            </a:avLst>
          </a:prstGeom>
          <a:solidFill>
            <a:srgbClr val="C02A26"/>
          </a:solidFill>
          <a:ln w="10795">
            <a:noFill/>
            <a:round/>
            <a:headEnd/>
            <a:tailEnd/>
          </a:ln>
          <a:effectLst/>
          <a:extLst/>
        </p:spPr>
        <p:txBody>
          <a:bodyPr wrap="square" anchor="ctr"/>
          <a:lstStyle/>
          <a:p>
            <a:pPr algn="ctr" defTabSz="9144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b="1" dirty="0">
                <a:solidFill>
                  <a:srgbClr val="FFFFFF"/>
                </a:solidFill>
              </a:rPr>
              <a:t>Diese Slide vor finaler Abgabe löschen.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E5CB95E-60D4-41DE-8F27-05C12692D1B0}"/>
              </a:ext>
            </a:extLst>
          </p:cNvPr>
          <p:cNvGrpSpPr/>
          <p:nvPr/>
        </p:nvGrpSpPr>
        <p:grpSpPr>
          <a:xfrm>
            <a:off x="494928" y="2693700"/>
            <a:ext cx="3008784" cy="2015135"/>
            <a:chOff x="926976" y="2693700"/>
            <a:chExt cx="3008784" cy="2015135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D1B891CF-9514-4217-9FE6-63CBB95A24D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26976" y="2693700"/>
              <a:ext cx="3008784" cy="2015135"/>
            </a:xfrm>
            <a:prstGeom prst="rect">
              <a:avLst/>
            </a:prstGeom>
          </p:spPr>
          <p:txBody>
            <a:bodyPr/>
            <a:lstStyle>
              <a:lvl1pPr marL="180975" indent="-180975" algn="l" rtl="0" eaLnBrk="0" fontAlgn="base" hangingPunct="0">
                <a:spcBef>
                  <a:spcPct val="30000"/>
                </a:spcBef>
                <a:spcAft>
                  <a:spcPct val="2000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n"/>
                <a:tabLst>
                  <a:tab pos="180975" algn="l"/>
                  <a:tab pos="447675" algn="l"/>
                  <a:tab pos="981075" algn="l"/>
                </a:tabLs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7675" indent="-85725" algn="l" rtl="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Char char="-"/>
                <a:tabLst>
                  <a:tab pos="180975" algn="l"/>
                  <a:tab pos="447675" algn="l"/>
                  <a:tab pos="981075" algn="l"/>
                </a:tabLst>
                <a:defRPr sz="1200">
                  <a:solidFill>
                    <a:schemeClr val="tx1"/>
                  </a:solidFill>
                  <a:latin typeface="+mn-lt"/>
                </a:defRPr>
              </a:lvl2pPr>
              <a:lvl3pPr marL="981075" indent="-169863" algn="l" rtl="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tabLst>
                  <a:tab pos="180975" algn="l"/>
                  <a:tab pos="447675" algn="l"/>
                  <a:tab pos="981075" algn="l"/>
                </a:tabLst>
                <a:defRPr sz="1000">
                  <a:solidFill>
                    <a:schemeClr val="tx1"/>
                  </a:solidFill>
                  <a:latin typeface="+mn-lt"/>
                </a:defRPr>
              </a:lvl3pPr>
              <a:lvl4pPr marL="1431925" indent="-173038" algn="l" rtl="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1793875" indent="-180975" algn="l" rtl="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5pPr>
              <a:lvl6pPr marL="2251075" indent="-180975" algn="l" rtl="0" fontAlgn="base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708275" indent="-180975" algn="l" rtl="0" fontAlgn="base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165475" indent="-180975" algn="l" rtl="0" fontAlgn="base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622675" indent="-180975" algn="l" rtl="0" fontAlgn="base">
                <a:spcBef>
                  <a:spcPct val="0"/>
                </a:spcBef>
                <a:spcAft>
                  <a:spcPct val="20000"/>
                </a:spcAft>
                <a:buClr>
                  <a:schemeClr val="tx1"/>
                </a:buClr>
                <a:buFont typeface="Wingdings" pitchFamily="2" charset="2"/>
                <a:buChar char="§"/>
                <a:tabLst>
                  <a:tab pos="180975" algn="l"/>
                  <a:tab pos="447675" algn="l"/>
                  <a:tab pos="981075" algn="l"/>
                </a:tabLst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 eaLnBrk="1" hangingPunct="1">
                <a:buFont typeface="Wingdings" panose="05000000000000000000" pitchFamily="2" charset="2"/>
                <a:buNone/>
              </a:pPr>
              <a:r>
                <a:rPr lang="de-DE" sz="1400" kern="0" dirty="0">
                  <a:latin typeface="Arial" panose="020B0604020202020204" pitchFamily="34" charset="0"/>
                </a:rPr>
                <a:t>Schriften in </a:t>
              </a:r>
              <a:r>
                <a:rPr lang="de-DE" sz="1400" kern="0" dirty="0" err="1">
                  <a:latin typeface="Arial" panose="020B0604020202020204" pitchFamily="34" charset="0"/>
                </a:rPr>
                <a:t>Arial</a:t>
              </a:r>
              <a:endParaRPr lang="de-DE" sz="1400" kern="0" dirty="0">
                <a:latin typeface="Arial" panose="020B0604020202020204" pitchFamily="34" charset="0"/>
              </a:endParaRPr>
            </a:p>
            <a:p>
              <a:pPr marL="171450" lvl="1" indent="-171450" eaLnBrk="1" hangingPunct="1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Arial" panose="020B0604020202020204" pitchFamily="34" charset="0"/>
                </a:rPr>
                <a:t>8 </a:t>
              </a:r>
              <a:r>
                <a:rPr lang="en-US" sz="800" kern="0" dirty="0" err="1">
                  <a:latin typeface="Arial" panose="020B0604020202020204" pitchFamily="34" charset="0"/>
                </a:rPr>
                <a:t>pt</a:t>
              </a:r>
              <a:r>
                <a:rPr lang="en-US" sz="800" kern="0" dirty="0">
                  <a:latin typeface="Arial" panose="020B0604020202020204" pitchFamily="34" charset="0"/>
                </a:rPr>
                <a:t> </a:t>
              </a:r>
              <a:r>
                <a:rPr lang="en-US" sz="800" kern="0" dirty="0" err="1">
                  <a:latin typeface="Arial" panose="020B0604020202020204" pitchFamily="34" charset="0"/>
                </a:rPr>
                <a:t>nur</a:t>
              </a:r>
              <a:r>
                <a:rPr lang="en-US" sz="800" kern="0" dirty="0">
                  <a:latin typeface="Arial" panose="020B0604020202020204" pitchFamily="34" charset="0"/>
                </a:rPr>
                <a:t> </a:t>
              </a:r>
              <a:r>
                <a:rPr lang="en-US" sz="800" kern="0" dirty="0" err="1">
                  <a:latin typeface="Arial" panose="020B0604020202020204" pitchFamily="34" charset="0"/>
                </a:rPr>
                <a:t>für</a:t>
              </a:r>
              <a:r>
                <a:rPr lang="en-US" sz="800" kern="0" dirty="0">
                  <a:latin typeface="Arial" panose="020B0604020202020204" pitchFamily="34" charset="0"/>
                </a:rPr>
                <a:t> </a:t>
              </a:r>
              <a:r>
                <a:rPr lang="en-US" sz="800" kern="0" dirty="0" err="1">
                  <a:latin typeface="Arial" panose="020B0604020202020204" pitchFamily="34" charset="0"/>
                </a:rPr>
                <a:t>Quellenangaben</a:t>
              </a:r>
              <a:endParaRPr lang="de-DE" sz="800" kern="0" dirty="0">
                <a:latin typeface="Arial" panose="020B0604020202020204" pitchFamily="34" charset="0"/>
              </a:endParaRPr>
            </a:p>
            <a:p>
              <a:pPr marL="171450" lvl="1" indent="-171450" eaLnBrk="1" hangingPunct="1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de-DE" sz="1100" kern="0" dirty="0">
                  <a:latin typeface="Arial" panose="020B0604020202020204" pitchFamily="34" charset="0"/>
                </a:rPr>
                <a:t>11 </a:t>
              </a:r>
              <a:r>
                <a:rPr lang="de-DE" sz="1100" kern="0" dirty="0" err="1">
                  <a:latin typeface="Arial" panose="020B0604020202020204" pitchFamily="34" charset="0"/>
                </a:rPr>
                <a:t>pt</a:t>
              </a:r>
              <a:endParaRPr lang="de-DE" sz="1100" kern="0" dirty="0">
                <a:latin typeface="Arial" panose="020B0604020202020204" pitchFamily="34" charset="0"/>
              </a:endParaRPr>
            </a:p>
            <a:p>
              <a:pPr marL="171450" lvl="1" indent="-171450" eaLnBrk="1" hangingPunct="1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de-DE" sz="1400" kern="0" dirty="0">
                  <a:latin typeface="Arial" panose="020B0604020202020204" pitchFamily="34" charset="0"/>
                </a:rPr>
                <a:t>14 </a:t>
              </a:r>
              <a:r>
                <a:rPr lang="de-DE" sz="1400" kern="0" dirty="0" err="1">
                  <a:latin typeface="Arial" panose="020B0604020202020204" pitchFamily="34" charset="0"/>
                </a:rPr>
                <a:t>pt</a:t>
              </a:r>
              <a:r>
                <a:rPr lang="de-DE" sz="1400" kern="0" dirty="0">
                  <a:latin typeface="Arial" panose="020B0604020202020204" pitchFamily="34" charset="0"/>
                </a:rPr>
                <a:t> (Überschriften in fett)</a:t>
              </a:r>
            </a:p>
            <a:p>
              <a:pPr marL="0" indent="0" eaLnBrk="1" hangingPunct="1">
                <a:buFont typeface="Wingdings" panose="05000000000000000000" pitchFamily="2" charset="2"/>
                <a:buNone/>
              </a:pPr>
              <a:r>
                <a:rPr lang="de-DE" sz="1400" kern="0" dirty="0">
                  <a:latin typeface="Arial" panose="020B0604020202020204" pitchFamily="34" charset="0"/>
                </a:rPr>
                <a:t>Strichstärken</a:t>
              </a:r>
            </a:p>
            <a:p>
              <a:pPr marL="171450" lvl="1" indent="-171450" eaLnBrk="1" hangingPunct="1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de-DE" kern="0" dirty="0">
                  <a:latin typeface="Arial" panose="020B0604020202020204" pitchFamily="34" charset="0"/>
                </a:rPr>
                <a:t>0,5 pt</a:t>
              </a:r>
            </a:p>
            <a:p>
              <a:pPr marL="171450" lvl="1" indent="-171450" eaLnBrk="1" hangingPunct="1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de-DE" kern="0" dirty="0">
                  <a:latin typeface="Arial" panose="020B0604020202020204" pitchFamily="34" charset="0"/>
                </a:rPr>
                <a:t>1,25 pt</a:t>
              </a:r>
            </a:p>
            <a:p>
              <a:pPr eaLnBrk="1" hangingPunct="1"/>
              <a:endParaRPr lang="de-DE" kern="0" dirty="0">
                <a:latin typeface="Arial" panose="020B0604020202020204" pitchFamily="34" charset="0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4602B1F3-4702-4C2C-B865-DF4034B67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594" y="4005064"/>
              <a:ext cx="1152054" cy="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0A4553D6-6E98-4E6A-89F4-1DCA04AB1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593" y="4237025"/>
              <a:ext cx="115205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19344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9C1A480D-C355-4945-8CD6-E98D0B7BFDB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63541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think-cell Folie" r:id="rId4" imgW="352" imgH="346" progId="TCLayout.ActiveDocument.1">
                  <p:embed/>
                </p:oleObj>
              </mc:Choice>
              <mc:Fallback>
                <p:oleObj name="think-cell Folie" r:id="rId4" imgW="352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386864" y="801690"/>
            <a:ext cx="4935814" cy="3973395"/>
          </a:xfrm>
        </p:spPr>
        <p:txBody>
          <a:bodyPr/>
          <a:lstStyle/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Abbildungen dürfen den grauen Rahmen nicht überschreiten (dadurch verzerren Sie sich nicht in der Abschlussarbeit)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Alle Abbildungen werden in der gleichen Reihenfolge und mit gleichem Namen wie in der Abschlussarbeit eingefügt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Alle Abbildungen sind durch den Studierenden zu erstellen. Geeignete Abbildungen können, unter Angabe der Quelle, nachgebaut werden.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Screenshots sind ausdrücklich nicht erwünscht (aufgrund mangelnder Qualität im Druck)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Das Einfügen von Abbildungen erfolgt gemäß der auf dieser Seite dargestellten Vorgehensweise (siehe rechts)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r>
              <a:rPr lang="de-DE" i="0" dirty="0">
                <a:latin typeface="Arial" panose="020B0604020202020204" pitchFamily="34" charset="0"/>
              </a:rPr>
              <a:t>Breite vollständig ausnutzen: bei schmaleren Abbildung wird ein unsichtbares Rechteck hinter die Abbildung gelegt</a:t>
            </a:r>
          </a:p>
          <a:p>
            <a:pPr marL="216000" indent="-216000" defTabSz="215900" eaLnBrk="1" hangingPunct="1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100000"/>
                </a:schemeClr>
              </a:buClr>
              <a:buSzPct val="100000"/>
              <a:buFont typeface="Arial" panose="020B0604020202020204" pitchFamily="34" charset="0"/>
              <a:buChar char="●"/>
              <a:tabLst>
                <a:tab pos="215900" algn="l"/>
              </a:tabLst>
            </a:pPr>
            <a:endParaRPr lang="de-DE" i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de-DE" sz="140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86863" y="100020"/>
            <a:ext cx="11422023" cy="612775"/>
          </a:xfrm>
        </p:spPr>
        <p:txBody>
          <a:bodyPr vert="horz"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Kurze Erläuterung: 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Abbildungen einfügen</a:t>
            </a: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gray">
          <a:xfrm>
            <a:off x="551384" y="4951164"/>
            <a:ext cx="4917049" cy="594221"/>
          </a:xfrm>
          <a:prstGeom prst="roundRect">
            <a:avLst>
              <a:gd name="adj" fmla="val 16667"/>
            </a:avLst>
          </a:prstGeom>
          <a:solidFill>
            <a:srgbClr val="C02A26"/>
          </a:solidFill>
          <a:ln w="10795">
            <a:noFill/>
            <a:round/>
            <a:headEnd/>
            <a:tailEnd/>
          </a:ln>
          <a:effectLst/>
          <a:extLst/>
        </p:spPr>
        <p:txBody>
          <a:bodyPr wrap="square" anchor="ctr"/>
          <a:lstStyle/>
          <a:p>
            <a:pPr algn="ctr" defTabSz="9144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600" b="1" dirty="0">
                <a:solidFill>
                  <a:srgbClr val="FFFFFF"/>
                </a:solidFill>
              </a:rPr>
              <a:t>Diese Slide vor finaler Abgabe löschen.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EF0BB0ED-6C74-4A50-993F-7FAFE2A07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475" y="1909817"/>
            <a:ext cx="2117053" cy="132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079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A66A4F37-09FA-4BEE-B860-1C4B38640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40" y="3315000"/>
            <a:ext cx="49358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1042988" eaLnBrk="0" hangingPunct="0">
              <a:spcBef>
                <a:spcPct val="30000"/>
              </a:spcBef>
              <a:spcAft>
                <a:spcPct val="20000"/>
              </a:spcAft>
              <a:buClr>
                <a:srgbClr val="006DB6"/>
              </a:buClr>
              <a:buSzPct val="9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42988" eaLnBrk="0" hangingPunct="0"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</a:rPr>
              <a:t>Jedes Bild als „Mit Text in Zeile“ formatieren 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 Bildbreite entspricht der Textbreite</a:t>
            </a:r>
            <a:endParaRPr lang="de-DE" altLang="de-DE" sz="1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993FBA90-99BF-4711-9585-072EF88FC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1" t="36285" r="60823" b="10571"/>
          <a:stretch>
            <a:fillRect/>
          </a:stretch>
        </p:blipFill>
        <p:spPr bwMode="auto">
          <a:xfrm>
            <a:off x="6532023" y="3827463"/>
            <a:ext cx="403225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079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8E5DEE79-CC4B-466C-8340-E54288DA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40" y="183381"/>
            <a:ext cx="4935814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1042988" eaLnBrk="0" hangingPunct="0">
              <a:spcBef>
                <a:spcPct val="30000"/>
              </a:spcBef>
              <a:spcAft>
                <a:spcPct val="20000"/>
              </a:spcAft>
              <a:buClr>
                <a:srgbClr val="006DB6"/>
              </a:buClr>
              <a:buSzPct val="9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42988" eaLnBrk="0" hangingPunct="0"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42988" eaLnBrk="0" hangingPunct="0"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</a:rPr>
              <a:t>Maximales Größe des Bildes </a:t>
            </a:r>
          </a:p>
          <a:p>
            <a:pPr marL="285750" indent="-285750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</a:rPr>
              <a:t>Höhe kann ausgenutzt werden</a:t>
            </a:r>
          </a:p>
          <a:p>
            <a:pPr marL="285750" indent="-285750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</a:rPr>
              <a:t>Breite muss ausgenutzt werden </a:t>
            </a: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1400" b="1" dirty="0">
                <a:solidFill>
                  <a:srgbClr val="0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wenn Abbildung schmaler ist, unsichtbares Rechteck hinter Abbildung legen.</a:t>
            </a:r>
            <a:endParaRPr lang="de-DE" altLang="de-DE" sz="14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de-DE" altLang="de-DE" sz="14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de-DE" altLang="de-DE" sz="1400" b="1" dirty="0">
                <a:solidFill>
                  <a:srgbClr val="000000"/>
                </a:solidFill>
                <a:cs typeface="Arial" panose="020B0604020202020204" pitchFamily="34" charset="0"/>
              </a:rPr>
              <a:t>„</a:t>
            </a: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</a:rPr>
              <a:t>Inhalte einfügen“ in Word nutzen (Shortcut: Strg + Alt + v)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de-DE" altLang="de-DE" sz="1400" dirty="0">
                <a:solidFill>
                  <a:srgbClr val="0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 Als erweiterte Metadatei einfügen </a:t>
            </a:r>
            <a:endParaRPr lang="de-DE" altLang="de-DE" sz="1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83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1B8CA87-CC6E-47F2-A172-F94956D1DB8D}"/>
              </a:ext>
            </a:extLst>
          </p:cNvPr>
          <p:cNvSpPr txBox="1">
            <a:spLocks/>
          </p:cNvSpPr>
          <p:nvPr/>
        </p:nvSpPr>
        <p:spPr bwMode="auto">
          <a:xfrm>
            <a:off x="202405" y="1412875"/>
            <a:ext cx="4784599" cy="525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30000"/>
              </a:spcBef>
              <a:spcAft>
                <a:spcPct val="20000"/>
              </a:spcAft>
              <a:buClr>
                <a:srgbClr val="006DB6"/>
              </a:buClr>
              <a:buSzPct val="90000"/>
              <a:buFont typeface="Wingdings" pitchFamily="2" charset="2"/>
              <a:buChar char="n"/>
              <a:tabLst>
                <a:tab pos="266700" algn="l"/>
                <a:tab pos="631825" algn="l"/>
                <a:tab pos="981075" algn="l"/>
              </a:tabLs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1825" indent="-185738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Arial" charset="0"/>
              <a:buChar char="–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2pPr>
            <a:lvl3pPr marL="981075" indent="-169863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3pPr>
            <a:lvl4pPr marL="1431925" indent="-173038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4pPr>
            <a:lvl5pPr marL="1793875" indent="-180975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5pPr>
            <a:lvl6pPr marL="22510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6pPr>
            <a:lvl7pPr marL="27082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7pPr>
            <a:lvl8pPr marL="31654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8pPr>
            <a:lvl9pPr marL="36226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de-DE" altLang="de-DE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Abbildungsquelle (unter Abbildung): </a:t>
            </a:r>
          </a:p>
          <a:p>
            <a:pPr marL="0" indent="0">
              <a:buNone/>
              <a:defRPr/>
            </a:pP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 (2011):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45 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5AAC0B4-5756-4476-B2DF-BD0696505C6B}"/>
              </a:ext>
            </a:extLst>
          </p:cNvPr>
          <p:cNvSpPr txBox="1">
            <a:spLocks/>
          </p:cNvSpPr>
          <p:nvPr/>
        </p:nvSpPr>
        <p:spPr bwMode="auto">
          <a:xfrm>
            <a:off x="219868" y="188914"/>
            <a:ext cx="4656931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Abb. </a:t>
            </a:r>
            <a:r>
              <a:rPr lang="de-DE" altLang="de-DE" i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(Beispiel)</a:t>
            </a:r>
            <a:b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de-DE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 der Abbildung</a:t>
            </a: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12573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1B8CA87-CC6E-47F2-A172-F94956D1DB8D}"/>
              </a:ext>
            </a:extLst>
          </p:cNvPr>
          <p:cNvSpPr txBox="1">
            <a:spLocks/>
          </p:cNvSpPr>
          <p:nvPr/>
        </p:nvSpPr>
        <p:spPr bwMode="auto">
          <a:xfrm>
            <a:off x="202405" y="1412875"/>
            <a:ext cx="4784599" cy="525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30000"/>
              </a:spcBef>
              <a:spcAft>
                <a:spcPct val="20000"/>
              </a:spcAft>
              <a:buClr>
                <a:srgbClr val="006DB6"/>
              </a:buClr>
              <a:buSzPct val="90000"/>
              <a:buFont typeface="Wingdings" pitchFamily="2" charset="2"/>
              <a:buChar char="n"/>
              <a:tabLst>
                <a:tab pos="266700" algn="l"/>
                <a:tab pos="631825" algn="l"/>
                <a:tab pos="981075" algn="l"/>
              </a:tabLs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1825" indent="-185738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Arial" charset="0"/>
              <a:buChar char="–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2pPr>
            <a:lvl3pPr marL="981075" indent="-169863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3pPr>
            <a:lvl4pPr marL="1431925" indent="-173038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4pPr>
            <a:lvl5pPr marL="1793875" indent="-180975" algn="l" rtl="0" eaLnBrk="0" fontAlgn="base" hangingPunct="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5pPr>
            <a:lvl6pPr marL="22510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6pPr>
            <a:lvl7pPr marL="27082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7pPr>
            <a:lvl8pPr marL="31654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8pPr>
            <a:lvl9pPr marL="3622675" indent="-180975" algn="l" rtl="0" fontAlgn="base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00" algn="l"/>
                <a:tab pos="631825" algn="l"/>
                <a:tab pos="981075" algn="l"/>
              </a:tabLs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de-DE" altLang="de-DE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Abbildungsquelle (unter Abbildung): </a:t>
            </a:r>
          </a:p>
          <a:p>
            <a:pPr marL="0" indent="0">
              <a:buNone/>
              <a:defRPr/>
            </a:pP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 (2011):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sz="14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de-DE" altLang="de-DE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45 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5AAC0B4-5756-4476-B2DF-BD0696505C6B}"/>
              </a:ext>
            </a:extLst>
          </p:cNvPr>
          <p:cNvSpPr txBox="1">
            <a:spLocks/>
          </p:cNvSpPr>
          <p:nvPr/>
        </p:nvSpPr>
        <p:spPr bwMode="auto">
          <a:xfrm>
            <a:off x="219868" y="188914"/>
            <a:ext cx="4656931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Abb. </a:t>
            </a:r>
            <a:r>
              <a:rPr lang="de-DE" altLang="de-DE" i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x.x</a:t>
            </a:r>
            <a:r>
              <a:rPr lang="de-DE" altLang="de-DE" i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(Beispiel)</a:t>
            </a:r>
            <a:b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de-DE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 der Abbildung</a:t>
            </a:r>
            <a:r>
              <a:rPr lang="de-DE" altLang="de-DE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25032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fol_q">
  <a:themeElements>
    <a:clrScheme name="PEM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8EBAE5"/>
      </a:accent1>
      <a:accent2>
        <a:srgbClr val="00549F"/>
      </a:accent2>
      <a:accent3>
        <a:srgbClr val="8EBAE5"/>
      </a:accent3>
      <a:accent4>
        <a:srgbClr val="4D99CC"/>
      </a:accent4>
      <a:accent5>
        <a:srgbClr val="CC071E"/>
      </a:accent5>
      <a:accent6>
        <a:srgbClr val="F6A800"/>
      </a:accent6>
      <a:hlink>
        <a:srgbClr val="00549F"/>
      </a:hlink>
      <a:folHlink>
        <a:srgbClr val="8EBAE5"/>
      </a:folHlink>
    </a:clrScheme>
    <a:fontScheme name="2_fol_q">
      <a:majorFont>
        <a:latin typeface="Frutiger 45 Light"/>
        <a:ea typeface=""/>
        <a:cs typeface=""/>
      </a:majorFont>
      <a:minorFont>
        <a:latin typeface="Frutiger 45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1079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1079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fol_q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CEFE8"/>
        </a:accent1>
        <a:accent2>
          <a:srgbClr val="00AF8A"/>
        </a:accent2>
        <a:accent3>
          <a:srgbClr val="FFFFFF"/>
        </a:accent3>
        <a:accent4>
          <a:srgbClr val="000000"/>
        </a:accent4>
        <a:accent5>
          <a:srgbClr val="E2F6F2"/>
        </a:accent5>
        <a:accent6>
          <a:srgbClr val="009E7D"/>
        </a:accent6>
        <a:hlink>
          <a:srgbClr val="99DFD0"/>
        </a:hlink>
        <a:folHlink>
          <a:srgbClr val="66CFB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fol_q</Template>
  <TotalTime>0</TotalTime>
  <Words>323</Words>
  <Application>Microsoft Office PowerPoint</Application>
  <PresentationFormat>Breitbild</PresentationFormat>
  <Paragraphs>40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ＭＳ Ｐゴシック</vt:lpstr>
      <vt:lpstr>Arial</vt:lpstr>
      <vt:lpstr>Calibri</vt:lpstr>
      <vt:lpstr>Frutiger 45 Light</vt:lpstr>
      <vt:lpstr>Wingdings</vt:lpstr>
      <vt:lpstr>2_fol_q</vt:lpstr>
      <vt:lpstr>think-cell Folie</vt:lpstr>
      <vt:lpstr>Titel der Abschlussarbeit</vt:lpstr>
      <vt:lpstr>Pflichten des Studierenden</vt:lpstr>
      <vt:lpstr>Kurze Erläuterung:  Abbildungen einfügen</vt:lpstr>
      <vt:lpstr>PowerPoint-Präsentation</vt:lpstr>
      <vt:lpstr>PowerPoint-Präsentation</vt:lpstr>
    </vt:vector>
  </TitlesOfParts>
  <Manager/>
  <Company>WZL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Formatvorlage_Abbildungen_v1_gnr.pptx</dc:title>
  <dc:subject/>
  <dc:creator>lck</dc:creator>
  <cp:keywords/>
  <dc:description/>
  <cp:lastModifiedBy>Merlin Frank</cp:lastModifiedBy>
  <cp:revision>580</cp:revision>
  <dcterms:created xsi:type="dcterms:W3CDTF">2009-05-05T07:54:30Z</dcterms:created>
  <dcterms:modified xsi:type="dcterms:W3CDTF">2022-11-08T14:39:13Z</dcterms:modified>
  <cp:category/>
</cp:coreProperties>
</file>